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692" r:id="rId5"/>
  </p:sldMasterIdLst>
  <p:notesMasterIdLst>
    <p:notesMasterId r:id="rId7"/>
  </p:notesMasterIdLst>
  <p:handoutMasterIdLst>
    <p:handoutMasterId r:id="rId8"/>
  </p:handoutMasterIdLst>
  <p:sldIdLst>
    <p:sldId id="364" r:id="rId6"/>
  </p:sldIdLst>
  <p:sldSz cx="12192000" cy="6858000"/>
  <p:notesSz cx="6858000" cy="9144000"/>
  <p:embeddedFontLst>
    <p:embeddedFont>
      <p:font typeface="EON Brix Sans" panose="020B0500000000000000" pitchFamily="34" charset="-18"/>
      <p:regular r:id="rId9"/>
      <p:bold r:id="rId10"/>
      <p:italic r:id="rId11"/>
      <p:boldItalic r:id="rId12"/>
    </p:embeddedFont>
    <p:embeddedFont>
      <p:font typeface="EON Brix Sans Black" panose="020B0A00000000000000" pitchFamily="34" charset="-18"/>
      <p:bold r:id="rId13"/>
      <p:boldItalic r:id="rId14"/>
    </p:embeddedFont>
    <p:embeddedFont>
      <p:font typeface="EON Office Head" pitchFamily="2" charset="-18"/>
      <p:regular r:id="rId15"/>
    </p:embeddedFont>
  </p:embeddedFontLst>
  <p:custDataLst>
    <p:tags r:id="rId1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156E"/>
    <a:srgbClr val="B61755"/>
    <a:srgbClr val="A81668"/>
    <a:srgbClr val="B61754"/>
    <a:srgbClr val="B1165B"/>
    <a:srgbClr val="B116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38035-0B26-4A61-851A-551A3561D460}" v="25" dt="2026-02-01T04:03:49.470"/>
  </p1510:revLst>
</p1510:revInfo>
</file>

<file path=ppt/tableStyles.xml><?xml version="1.0" encoding="utf-8"?>
<a:tblStyleLst xmlns:a="http://schemas.openxmlformats.org/drawingml/2006/main" def="{F2DE63D5-997A-4646-A377-4702673A728D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6197"/>
  </p:normalViewPr>
  <p:slideViewPr>
    <p:cSldViewPr snapToGrid="0">
      <p:cViewPr varScale="1">
        <p:scale>
          <a:sx n="127" d="100"/>
          <a:sy n="127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91" d="100"/>
          <a:sy n="191" d="100"/>
        </p:scale>
        <p:origin x="1506" y="13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3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es, György László" userId="66871e90-a3d5-489f-bb96-95e8a2bf734a" providerId="ADAL" clId="{E1878C94-A646-477E-B5DE-BAD80A409C76}"/>
    <pc:docChg chg="undo redo custSel addSld delSld modSld">
      <pc:chgData name="Veres, György László" userId="66871e90-a3d5-489f-bb96-95e8a2bf734a" providerId="ADAL" clId="{E1878C94-A646-477E-B5DE-BAD80A409C76}" dt="2026-02-01T04:58:42.358" v="423" actId="478"/>
      <pc:docMkLst>
        <pc:docMk/>
      </pc:docMkLst>
      <pc:sldChg chg="addSp delSp modSp mod">
        <pc:chgData name="Veres, György László" userId="66871e90-a3d5-489f-bb96-95e8a2bf734a" providerId="ADAL" clId="{E1878C94-A646-477E-B5DE-BAD80A409C76}" dt="2026-02-01T04:58:42.358" v="423" actId="478"/>
        <pc:sldMkLst>
          <pc:docMk/>
          <pc:sldMk cId="2759028518" sldId="364"/>
        </pc:sldMkLst>
        <pc:spChg chg="mod">
          <ac:chgData name="Veres, György László" userId="66871e90-a3d5-489f-bb96-95e8a2bf734a" providerId="ADAL" clId="{E1878C94-A646-477E-B5DE-BAD80A409C76}" dt="2026-02-01T03:33:08.463" v="111" actId="20577"/>
          <ac:spMkLst>
            <pc:docMk/>
            <pc:sldMk cId="2759028518" sldId="364"/>
            <ac:spMk id="6" creationId="{7990FAFE-9271-7640-3B6F-7CFCD3C8155D}"/>
          </ac:spMkLst>
        </pc:spChg>
        <pc:spChg chg="add del">
          <ac:chgData name="Veres, György László" userId="66871e90-a3d5-489f-bb96-95e8a2bf734a" providerId="ADAL" clId="{E1878C94-A646-477E-B5DE-BAD80A409C76}" dt="2026-02-01T03:25:26.808" v="9" actId="478"/>
          <ac:spMkLst>
            <pc:docMk/>
            <pc:sldMk cId="2759028518" sldId="364"/>
            <ac:spMk id="10" creationId="{A15B5B4E-3961-F9D0-C40F-2593695F052C}"/>
          </ac:spMkLst>
        </pc:spChg>
        <pc:spChg chg="mod">
          <ac:chgData name="Veres, György László" userId="66871e90-a3d5-489f-bb96-95e8a2bf734a" providerId="ADAL" clId="{E1878C94-A646-477E-B5DE-BAD80A409C76}" dt="2026-02-01T04:02:38.436" v="349" actId="6549"/>
          <ac:spMkLst>
            <pc:docMk/>
            <pc:sldMk cId="2759028518" sldId="364"/>
            <ac:spMk id="14" creationId="{EDA1652D-FEA1-CD03-4368-E999C4704013}"/>
          </ac:spMkLst>
        </pc:spChg>
        <pc:spChg chg="mod">
          <ac:chgData name="Veres, György László" userId="66871e90-a3d5-489f-bb96-95e8a2bf734a" providerId="ADAL" clId="{E1878C94-A646-477E-B5DE-BAD80A409C76}" dt="2026-02-01T04:02:33.829" v="348" actId="20577"/>
          <ac:spMkLst>
            <pc:docMk/>
            <pc:sldMk cId="2759028518" sldId="364"/>
            <ac:spMk id="15" creationId="{2B5A882A-12DF-7815-12DE-0D361D2E87AE}"/>
          </ac:spMkLst>
        </pc:spChg>
        <pc:spChg chg="del mod">
          <ac:chgData name="Veres, György László" userId="66871e90-a3d5-489f-bb96-95e8a2bf734a" providerId="ADAL" clId="{E1878C94-A646-477E-B5DE-BAD80A409C76}" dt="2026-02-01T04:07:52.472" v="410" actId="478"/>
          <ac:spMkLst>
            <pc:docMk/>
            <pc:sldMk cId="2759028518" sldId="364"/>
            <ac:spMk id="16" creationId="{2526AF99-689C-CDC1-EE50-655913897AB9}"/>
          </ac:spMkLst>
        </pc:spChg>
        <pc:spChg chg="mod">
          <ac:chgData name="Veres, György László" userId="66871e90-a3d5-489f-bb96-95e8a2bf734a" providerId="ADAL" clId="{E1878C94-A646-477E-B5DE-BAD80A409C76}" dt="2026-02-01T04:08:23.618" v="415" actId="14100"/>
          <ac:spMkLst>
            <pc:docMk/>
            <pc:sldMk cId="2759028518" sldId="364"/>
            <ac:spMk id="31" creationId="{B8D4AB32-9458-234C-E64B-DEF9B6875BE6}"/>
          </ac:spMkLst>
        </pc:spChg>
        <pc:spChg chg="mod">
          <ac:chgData name="Veres, György László" userId="66871e90-a3d5-489f-bb96-95e8a2bf734a" providerId="ADAL" clId="{E1878C94-A646-477E-B5DE-BAD80A409C76}" dt="2026-02-01T04:05:20.609" v="392" actId="20577"/>
          <ac:spMkLst>
            <pc:docMk/>
            <pc:sldMk cId="2759028518" sldId="364"/>
            <ac:spMk id="36" creationId="{A93C6452-55B4-C62A-CC8C-6A5766C929D1}"/>
          </ac:spMkLst>
        </pc:spChg>
        <pc:picChg chg="add del mod">
          <ac:chgData name="Veres, György László" userId="66871e90-a3d5-489f-bb96-95e8a2bf734a" providerId="ADAL" clId="{E1878C94-A646-477E-B5DE-BAD80A409C76}" dt="2026-02-01T03:32:04.212" v="84" actId="478"/>
          <ac:picMkLst>
            <pc:docMk/>
            <pc:sldMk cId="2759028518" sldId="364"/>
            <ac:picMk id="5" creationId="{2344D66F-02B6-A704-0003-79AB409141D8}"/>
          </ac:picMkLst>
        </pc:picChg>
        <pc:picChg chg="add del mod">
          <ac:chgData name="Veres, György László" userId="66871e90-a3d5-489f-bb96-95e8a2bf734a" providerId="ADAL" clId="{E1878C94-A646-477E-B5DE-BAD80A409C76}" dt="2026-02-01T03:34:20.582" v="126" actId="478"/>
          <ac:picMkLst>
            <pc:docMk/>
            <pc:sldMk cId="2759028518" sldId="364"/>
            <ac:picMk id="8" creationId="{447A0300-AEDC-E527-19AB-02E47C0731DC}"/>
          </ac:picMkLst>
        </pc:picChg>
        <pc:picChg chg="add del mod">
          <ac:chgData name="Veres, György László" userId="66871e90-a3d5-489f-bb96-95e8a2bf734a" providerId="ADAL" clId="{E1878C94-A646-477E-B5DE-BAD80A409C76}" dt="2026-02-01T03:34:49.320" v="130" actId="478"/>
          <ac:picMkLst>
            <pc:docMk/>
            <pc:sldMk cId="2759028518" sldId="364"/>
            <ac:picMk id="11" creationId="{0A4B4551-EDF1-EDA8-6FDE-E5CD7726C08F}"/>
          </ac:picMkLst>
        </pc:picChg>
        <pc:picChg chg="add del mod">
          <ac:chgData name="Veres, György László" userId="66871e90-a3d5-489f-bb96-95e8a2bf734a" providerId="ADAL" clId="{E1878C94-A646-477E-B5DE-BAD80A409C76}" dt="2026-02-01T03:38:11.185" v="143" actId="478"/>
          <ac:picMkLst>
            <pc:docMk/>
            <pc:sldMk cId="2759028518" sldId="364"/>
            <ac:picMk id="13" creationId="{2626DEAF-BD2D-6F86-DF1F-568465CB81E0}"/>
          </ac:picMkLst>
        </pc:picChg>
        <pc:picChg chg="add del">
          <ac:chgData name="Veres, György László" userId="66871e90-a3d5-489f-bb96-95e8a2bf734a" providerId="ADAL" clId="{E1878C94-A646-477E-B5DE-BAD80A409C76}" dt="2026-02-01T03:29:45.993" v="35" actId="478"/>
          <ac:picMkLst>
            <pc:docMk/>
            <pc:sldMk cId="2759028518" sldId="364"/>
            <ac:picMk id="18" creationId="{D72EC1EF-A4B9-5572-EB98-EC00DDD06C89}"/>
          </ac:picMkLst>
        </pc:picChg>
        <pc:picChg chg="add mod">
          <ac:chgData name="Veres, György László" userId="66871e90-a3d5-489f-bb96-95e8a2bf734a" providerId="ADAL" clId="{E1878C94-A646-477E-B5DE-BAD80A409C76}" dt="2026-02-01T03:40:02.621" v="152" actId="1440"/>
          <ac:picMkLst>
            <pc:docMk/>
            <pc:sldMk cId="2759028518" sldId="364"/>
            <ac:picMk id="19" creationId="{EFE31856-E4BD-4A64-0D47-B54A33445849}"/>
          </ac:picMkLst>
        </pc:picChg>
        <pc:picChg chg="del">
          <ac:chgData name="Veres, György László" userId="66871e90-a3d5-489f-bb96-95e8a2bf734a" providerId="ADAL" clId="{E1878C94-A646-477E-B5DE-BAD80A409C76}" dt="2026-02-01T03:32:06.477" v="85" actId="478"/>
          <ac:picMkLst>
            <pc:docMk/>
            <pc:sldMk cId="2759028518" sldId="364"/>
            <ac:picMk id="20" creationId="{9EE5A6C0-E3BC-804E-920F-DE907B8B8348}"/>
          </ac:picMkLst>
        </pc:picChg>
        <pc:picChg chg="add del">
          <ac:chgData name="Veres, György László" userId="66871e90-a3d5-489f-bb96-95e8a2bf734a" providerId="ADAL" clId="{E1878C94-A646-477E-B5DE-BAD80A409C76}" dt="2026-02-01T03:30:33.897" v="69" actId="478"/>
          <ac:picMkLst>
            <pc:docMk/>
            <pc:sldMk cId="2759028518" sldId="364"/>
            <ac:picMk id="22" creationId="{6B083B3A-3008-20E4-21A3-1B12D3903FD1}"/>
          </ac:picMkLst>
        </pc:picChg>
        <pc:picChg chg="add del mod">
          <ac:chgData name="Veres, György László" userId="66871e90-a3d5-489f-bb96-95e8a2bf734a" providerId="ADAL" clId="{E1878C94-A646-477E-B5DE-BAD80A409C76}" dt="2026-02-01T03:44:45.528" v="164" actId="22"/>
          <ac:picMkLst>
            <pc:docMk/>
            <pc:sldMk cId="2759028518" sldId="364"/>
            <ac:picMk id="23" creationId="{D0B57C87-37AE-5B81-1B43-9F965849ABD2}"/>
          </ac:picMkLst>
        </pc:picChg>
        <pc:picChg chg="add mod">
          <ac:chgData name="Veres, György László" userId="66871e90-a3d5-489f-bb96-95e8a2bf734a" providerId="ADAL" clId="{E1878C94-A646-477E-B5DE-BAD80A409C76}" dt="2026-02-01T04:08:37.232" v="418" actId="1076"/>
          <ac:picMkLst>
            <pc:docMk/>
            <pc:sldMk cId="2759028518" sldId="364"/>
            <ac:picMk id="27" creationId="{DB79D3E7-0BF2-888A-3743-2A29FD4EB4F1}"/>
          </ac:picMkLst>
        </pc:picChg>
        <pc:picChg chg="add del">
          <ac:chgData name="Veres, György László" userId="66871e90-a3d5-489f-bb96-95e8a2bf734a" providerId="ADAL" clId="{E1878C94-A646-477E-B5DE-BAD80A409C76}" dt="2026-02-01T04:58:42.358" v="423" actId="478"/>
          <ac:picMkLst>
            <pc:docMk/>
            <pc:sldMk cId="2759028518" sldId="364"/>
            <ac:picMk id="38" creationId="{CCE71327-3F19-65BF-A966-DBFD2E54FE02}"/>
          </ac:picMkLst>
        </pc:picChg>
        <pc:picChg chg="add mod">
          <ac:chgData name="Veres, György László" userId="66871e90-a3d5-489f-bb96-95e8a2bf734a" providerId="ADAL" clId="{E1878C94-A646-477E-B5DE-BAD80A409C76}" dt="2026-02-01T03:50:13.288" v="256" actId="14100"/>
          <ac:picMkLst>
            <pc:docMk/>
            <pc:sldMk cId="2759028518" sldId="364"/>
            <ac:picMk id="1026" creationId="{7E3D90C4-7380-C76D-1104-FAAF950DAFDB}"/>
          </ac:picMkLst>
        </pc:picChg>
        <pc:picChg chg="add mod">
          <ac:chgData name="Veres, György László" userId="66871e90-a3d5-489f-bb96-95e8a2bf734a" providerId="ADAL" clId="{E1878C94-A646-477E-B5DE-BAD80A409C76}" dt="2026-02-01T03:58:16.250" v="300"/>
          <ac:picMkLst>
            <pc:docMk/>
            <pc:sldMk cId="2759028518" sldId="364"/>
            <ac:picMk id="1028" creationId="{E9FF2B36-A562-B6C6-C17D-CF825713A284}"/>
          </ac:picMkLst>
        </pc:picChg>
      </pc:sldChg>
      <pc:sldChg chg="add del">
        <pc:chgData name="Veres, György László" userId="66871e90-a3d5-489f-bb96-95e8a2bf734a" providerId="ADAL" clId="{E1878C94-A646-477E-B5DE-BAD80A409C76}" dt="2026-02-01T03:40:26.975" v="154" actId="47"/>
        <pc:sldMkLst>
          <pc:docMk/>
          <pc:sldMk cId="2080913557" sldId="367"/>
        </pc:sldMkLst>
      </pc:sldChg>
      <pc:sldChg chg="del">
        <pc:chgData name="Veres, György László" userId="66871e90-a3d5-489f-bb96-95e8a2bf734a" providerId="ADAL" clId="{E1878C94-A646-477E-B5DE-BAD80A409C76}" dt="2026-02-01T03:40:24.362" v="153" actId="47"/>
        <pc:sldMkLst>
          <pc:docMk/>
          <pc:sldMk cId="3518837717" sldId="3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F15546-CF98-0ECD-3C30-AF7ADFEA53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582542-B544-EC8B-8809-B734C38584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62F7A-CE52-49BC-9E83-8800BF7B5834}" type="datetimeFigureOut">
              <a:rPr lang="de-DE" smtClean="0"/>
              <a:t>01.02.2026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70DEA8-22DC-FE60-6D02-1EAA794313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BD74975-BE5F-023C-CBB6-73F33355B8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9E97C-5547-4CEC-9D2D-236DAC97C5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77869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03ADE0E1-2DAE-45F5-87B7-DB9E3D8054DE}" type="datetimeFigureOut">
              <a:rPr lang="de-DE" smtClean="0"/>
              <a:pPr/>
              <a:t>01.02.2026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fld id="{334F4A3F-64EC-49EC-B822-7C30E9B55BB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099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ON Brix Sans" panose="020B0504040000000000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sv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3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2.sv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7.xml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DE89EDF3-6591-5B1A-CD1F-6369A64261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4" y="2245658"/>
            <a:ext cx="5616575" cy="1056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="0" i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6867C0-5332-AE90-6140-EE0C9C14E7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512763"/>
            <a:ext cx="11233150" cy="17328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7000"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4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8DBD0A4C-EFB4-6856-EBDF-A107B57D3B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74359A26-92F9-701E-A601-E6AD22F61F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8" name="E.ON Logo">
            <a:extLst>
              <a:ext uri="{FF2B5EF4-FFF2-40B4-BE49-F238E27FC236}">
                <a16:creationId xmlns:a16="http://schemas.microsoft.com/office/drawing/2014/main" id="{9F1F22E5-C4EF-53C3-8ADA-A36265609262}"/>
              </a:ext>
            </a:extLst>
          </p:cNvPr>
          <p:cNvSpPr/>
          <p:nvPr userDrawn="1"/>
        </p:nvSpPr>
        <p:spPr>
          <a:xfrm>
            <a:off x="9732026" y="5799031"/>
            <a:ext cx="1980549" cy="546206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rgbClr val="F21C0A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E59D5AD2-71A5-4E3D-49E2-BB3180F015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79375" y="6050859"/>
            <a:ext cx="5616575" cy="360000"/>
          </a:xfrm>
        </p:spPr>
        <p:txBody>
          <a:bodyPr anchor="b"/>
          <a:lstStyle>
            <a:lvl1pPr algn="l">
              <a:lnSpc>
                <a:spcPct val="100000"/>
              </a:lnSpc>
              <a:defRPr sz="2000" b="1">
                <a:solidFill>
                  <a:schemeClr val="accent1"/>
                </a:solidFill>
              </a:defRPr>
            </a:lvl1pPr>
          </a:lstStyle>
          <a:p>
            <a:fld id="{4166F76A-4900-864D-B9F6-2488814C2A20}" type="datetime1">
              <a:rPr lang="de-DE" smtClean="0"/>
              <a:pPr/>
              <a:t>01.02.2026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299775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ußzeilenplatzhalter 5">
            <a:extLst>
              <a:ext uri="{FF2B5EF4-FFF2-40B4-BE49-F238E27FC236}">
                <a16:creationId xmlns:a16="http://schemas.microsoft.com/office/drawing/2014/main" id="{2E56A6B5-6638-1EBD-C8EC-8B45B057CC9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13" name="Foliennummernplatzhalter 6">
            <a:extLst>
              <a:ext uri="{FF2B5EF4-FFF2-40B4-BE49-F238E27FC236}">
                <a16:creationId xmlns:a16="http://schemas.microsoft.com/office/drawing/2014/main" id="{F8125B0E-A430-BE60-8185-DF418040DB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5" name="Image">
            <a:extLst>
              <a:ext uri="{FF2B5EF4-FFF2-40B4-BE49-F238E27FC236}">
                <a16:creationId xmlns:a16="http://schemas.microsoft.com/office/drawing/2014/main" id="{2CA009F2-CDFA-1DA7-02B3-838E529006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89EDF3-6591-5B1A-CD1F-6369A642617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4" y="2245658"/>
            <a:ext cx="5616575" cy="105634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6867C0-5332-AE90-6140-EE0C9C14E7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512763"/>
            <a:ext cx="11233150" cy="17328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Mastertitelformat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4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8DBD0A4C-EFB4-6856-EBDF-A107B57D3B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74359A26-92F9-701E-A601-E6AD22F61F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ECB2BC4-109C-E1A1-A355-551DE1C33D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2025" y="5799032"/>
            <a:ext cx="1980551" cy="546206"/>
          </a:xfrm>
          <a:custGeom>
            <a:avLst/>
            <a:gdLst>
              <a:gd name="connsiteX0" fmla="*/ 738049 w 1980551"/>
              <a:gd name="connsiteY0" fmla="*/ 247957 h 546206"/>
              <a:gd name="connsiteX1" fmla="*/ 783101 w 1980551"/>
              <a:gd name="connsiteY1" fmla="*/ 252123 h 546206"/>
              <a:gd name="connsiteX2" fmla="*/ 807161 w 1980551"/>
              <a:gd name="connsiteY2" fmla="*/ 281851 h 546206"/>
              <a:gd name="connsiteX3" fmla="*/ 769527 w 1980551"/>
              <a:gd name="connsiteY3" fmla="*/ 359961 h 546206"/>
              <a:gd name="connsiteX4" fmla="*/ 659099 w 1980551"/>
              <a:gd name="connsiteY4" fmla="*/ 322656 h 546206"/>
              <a:gd name="connsiteX5" fmla="*/ 738049 w 1980551"/>
              <a:gd name="connsiteY5" fmla="*/ 247957 h 546206"/>
              <a:gd name="connsiteX6" fmla="*/ 625785 w 1980551"/>
              <a:gd name="connsiteY6" fmla="*/ 212484 h 546206"/>
              <a:gd name="connsiteX7" fmla="*/ 625785 w 1980551"/>
              <a:gd name="connsiteY7" fmla="*/ 212485 h 546206"/>
              <a:gd name="connsiteX8" fmla="*/ 625785 w 1980551"/>
              <a:gd name="connsiteY8" fmla="*/ 212484 h 546206"/>
              <a:gd name="connsiteX9" fmla="*/ 1118702 w 1980551"/>
              <a:gd name="connsiteY9" fmla="*/ 208403 h 546206"/>
              <a:gd name="connsiteX10" fmla="*/ 1024936 w 1980551"/>
              <a:gd name="connsiteY10" fmla="*/ 353550 h 546206"/>
              <a:gd name="connsiteX11" fmla="*/ 1035421 w 1980551"/>
              <a:gd name="connsiteY11" fmla="*/ 436907 h 546206"/>
              <a:gd name="connsiteX12" fmla="*/ 1144003 w 1980551"/>
              <a:gd name="connsiteY12" fmla="*/ 304584 h 546206"/>
              <a:gd name="connsiteX13" fmla="*/ 1155101 w 1980551"/>
              <a:gd name="connsiteY13" fmla="*/ 223559 h 546206"/>
              <a:gd name="connsiteX14" fmla="*/ 1118702 w 1980551"/>
              <a:gd name="connsiteY14" fmla="*/ 208404 h 546206"/>
              <a:gd name="connsiteX15" fmla="*/ 422544 w 1980551"/>
              <a:gd name="connsiteY15" fmla="*/ 140485 h 546206"/>
              <a:gd name="connsiteX16" fmla="*/ 244526 w 1980551"/>
              <a:gd name="connsiteY16" fmla="*/ 249208 h 546206"/>
              <a:gd name="connsiteX17" fmla="*/ 247611 w 1980551"/>
              <a:gd name="connsiteY17" fmla="*/ 254455 h 546206"/>
              <a:gd name="connsiteX18" fmla="*/ 424667 w 1980551"/>
              <a:gd name="connsiteY18" fmla="*/ 253871 h 546206"/>
              <a:gd name="connsiteX19" fmla="*/ 464769 w 1980551"/>
              <a:gd name="connsiteY19" fmla="*/ 199659 h 546206"/>
              <a:gd name="connsiteX20" fmla="*/ 460448 w 1980551"/>
              <a:gd name="connsiteY20" fmla="*/ 155940 h 546206"/>
              <a:gd name="connsiteX21" fmla="*/ 422544 w 1980551"/>
              <a:gd name="connsiteY21" fmla="*/ 140485 h 546206"/>
              <a:gd name="connsiteX22" fmla="*/ 1910799 w 1980551"/>
              <a:gd name="connsiteY22" fmla="*/ 116378 h 546206"/>
              <a:gd name="connsiteX23" fmla="*/ 1977462 w 1980551"/>
              <a:gd name="connsiteY23" fmla="*/ 177511 h 546206"/>
              <a:gd name="connsiteX24" fmla="*/ 1980551 w 1980551"/>
              <a:gd name="connsiteY24" fmla="*/ 203157 h 546206"/>
              <a:gd name="connsiteX25" fmla="*/ 1980542 w 1980551"/>
              <a:gd name="connsiteY25" fmla="*/ 203157 h 546206"/>
              <a:gd name="connsiteX26" fmla="*/ 1973147 w 1980551"/>
              <a:gd name="connsiteY26" fmla="*/ 252123 h 546206"/>
              <a:gd name="connsiteX27" fmla="*/ 1883075 w 1980551"/>
              <a:gd name="connsiteY27" fmla="*/ 523181 h 546206"/>
              <a:gd name="connsiteX28" fmla="*/ 1761533 w 1980551"/>
              <a:gd name="connsiteY28" fmla="*/ 517934 h 546206"/>
              <a:gd name="connsiteX29" fmla="*/ 1791151 w 1980551"/>
              <a:gd name="connsiteY29" fmla="*/ 408927 h 546206"/>
              <a:gd name="connsiteX30" fmla="*/ 1809039 w 1980551"/>
              <a:gd name="connsiteY30" fmla="*/ 256204 h 546206"/>
              <a:gd name="connsiteX31" fmla="*/ 1769561 w 1980551"/>
              <a:gd name="connsiteY31" fmla="*/ 261450 h 546206"/>
              <a:gd name="connsiteX32" fmla="*/ 1449374 w 1980551"/>
              <a:gd name="connsiteY32" fmla="*/ 521431 h 546206"/>
              <a:gd name="connsiteX33" fmla="*/ 1338334 w 1980551"/>
              <a:gd name="connsiteY33" fmla="*/ 516769 h 546206"/>
              <a:gd name="connsiteX34" fmla="*/ 1337097 w 1980551"/>
              <a:gd name="connsiteY34" fmla="*/ 502195 h 546206"/>
              <a:gd name="connsiteX35" fmla="*/ 1468499 w 1980551"/>
              <a:gd name="connsiteY35" fmla="*/ 148362 h 546206"/>
              <a:gd name="connsiteX36" fmla="*/ 1582635 w 1980551"/>
              <a:gd name="connsiteY36" fmla="*/ 143700 h 546206"/>
              <a:gd name="connsiteX37" fmla="*/ 1619025 w 1980551"/>
              <a:gd name="connsiteY37" fmla="*/ 212485 h 546206"/>
              <a:gd name="connsiteX38" fmla="*/ 1910799 w 1980551"/>
              <a:gd name="connsiteY38" fmla="*/ 116378 h 546206"/>
              <a:gd name="connsiteX39" fmla="*/ 1167615 w 1980551"/>
              <a:gd name="connsiteY39" fmla="*/ 103288 h 546206"/>
              <a:gd name="connsiteX40" fmla="*/ 1276642 w 1980551"/>
              <a:gd name="connsiteY40" fmla="*/ 116302 h 546206"/>
              <a:gd name="connsiteX41" fmla="*/ 1352520 w 1980551"/>
              <a:gd name="connsiteY41" fmla="*/ 202573 h 546206"/>
              <a:gd name="connsiteX42" fmla="*/ 1352520 w 1980551"/>
              <a:gd name="connsiteY42" fmla="*/ 202574 h 546206"/>
              <a:gd name="connsiteX43" fmla="*/ 1283424 w 1980551"/>
              <a:gd name="connsiteY43" fmla="*/ 396104 h 546206"/>
              <a:gd name="connsiteX44" fmla="*/ 1076135 w 1980551"/>
              <a:gd name="connsiteY44" fmla="*/ 534837 h 546206"/>
              <a:gd name="connsiteX45" fmla="*/ 822579 w 1980551"/>
              <a:gd name="connsiteY45" fmla="*/ 413591 h 546206"/>
              <a:gd name="connsiteX46" fmla="*/ 892297 w 1980551"/>
              <a:gd name="connsiteY46" fmla="*/ 239880 h 546206"/>
              <a:gd name="connsiteX47" fmla="*/ 1167615 w 1980551"/>
              <a:gd name="connsiteY47" fmla="*/ 103288 h 546206"/>
              <a:gd name="connsiteX48" fmla="*/ 496231 w 1980551"/>
              <a:gd name="connsiteY48" fmla="*/ 302 h 546206"/>
              <a:gd name="connsiteX49" fmla="*/ 620979 w 1980551"/>
              <a:gd name="connsiteY49" fmla="*/ 145853 h 546206"/>
              <a:gd name="connsiteX50" fmla="*/ 625785 w 1980551"/>
              <a:gd name="connsiteY50" fmla="*/ 212484 h 546206"/>
              <a:gd name="connsiteX51" fmla="*/ 617484 w 1980551"/>
              <a:gd name="connsiteY51" fmla="*/ 264746 h 546206"/>
              <a:gd name="connsiteX52" fmla="*/ 356805 w 1980551"/>
              <a:gd name="connsiteY52" fmla="*/ 359380 h 546206"/>
              <a:gd name="connsiteX53" fmla="*/ 195171 w 1980551"/>
              <a:gd name="connsiteY53" fmla="*/ 355884 h 546206"/>
              <a:gd name="connsiteX54" fmla="*/ 248228 w 1980551"/>
              <a:gd name="connsiteY54" fmla="*/ 440989 h 546206"/>
              <a:gd name="connsiteX55" fmla="*/ 414797 w 1980551"/>
              <a:gd name="connsiteY55" fmla="*/ 417670 h 546206"/>
              <a:gd name="connsiteX56" fmla="*/ 603576 w 1980551"/>
              <a:gd name="connsiteY56" fmla="*/ 468969 h 546206"/>
              <a:gd name="connsiteX57" fmla="*/ 446875 w 1980551"/>
              <a:gd name="connsiteY57" fmla="*/ 537754 h 546206"/>
              <a:gd name="connsiteX58" fmla="*/ 25517 w 1980551"/>
              <a:gd name="connsiteY58" fmla="*/ 251539 h 546206"/>
              <a:gd name="connsiteX59" fmla="*/ 453045 w 1980551"/>
              <a:gd name="connsiteY59" fmla="*/ 6131 h 546206"/>
              <a:gd name="connsiteX60" fmla="*/ 496231 w 1980551"/>
              <a:gd name="connsiteY60" fmla="*/ 302 h 54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980551" h="546206">
                <a:moveTo>
                  <a:pt x="738049" y="247957"/>
                </a:moveTo>
                <a:cubicBezTo>
                  <a:pt x="751303" y="246818"/>
                  <a:pt x="766253" y="248171"/>
                  <a:pt x="783101" y="252123"/>
                </a:cubicBezTo>
                <a:cubicBezTo>
                  <a:pt x="799539" y="257324"/>
                  <a:pt x="803421" y="267613"/>
                  <a:pt x="807161" y="281851"/>
                </a:cubicBezTo>
                <a:cubicBezTo>
                  <a:pt x="793784" y="307306"/>
                  <a:pt x="796773" y="340698"/>
                  <a:pt x="769527" y="359961"/>
                </a:cubicBezTo>
                <a:cubicBezTo>
                  <a:pt x="732267" y="386303"/>
                  <a:pt x="638411" y="386375"/>
                  <a:pt x="659099" y="322656"/>
                </a:cubicBezTo>
                <a:cubicBezTo>
                  <a:pt x="673787" y="277225"/>
                  <a:pt x="698286" y="251375"/>
                  <a:pt x="738049" y="247957"/>
                </a:cubicBezTo>
                <a:close/>
                <a:moveTo>
                  <a:pt x="625785" y="212484"/>
                </a:moveTo>
                <a:lnTo>
                  <a:pt x="625785" y="212485"/>
                </a:lnTo>
                <a:lnTo>
                  <a:pt x="625785" y="212484"/>
                </a:lnTo>
                <a:close/>
                <a:moveTo>
                  <a:pt x="1118702" y="208403"/>
                </a:moveTo>
                <a:cubicBezTo>
                  <a:pt x="1047099" y="208403"/>
                  <a:pt x="1038373" y="302848"/>
                  <a:pt x="1024936" y="353550"/>
                </a:cubicBezTo>
                <a:cubicBezTo>
                  <a:pt x="1021554" y="372712"/>
                  <a:pt x="998853" y="436907"/>
                  <a:pt x="1035421" y="436907"/>
                </a:cubicBezTo>
                <a:cubicBezTo>
                  <a:pt x="1121512" y="453268"/>
                  <a:pt x="1129523" y="364043"/>
                  <a:pt x="1144003" y="304584"/>
                </a:cubicBezTo>
                <a:cubicBezTo>
                  <a:pt x="1149321" y="282710"/>
                  <a:pt x="1159881" y="246011"/>
                  <a:pt x="1155101" y="223559"/>
                </a:cubicBezTo>
                <a:cubicBezTo>
                  <a:pt x="1155101" y="206858"/>
                  <a:pt x="1130457" y="209520"/>
                  <a:pt x="1118702" y="208404"/>
                </a:cubicBezTo>
                <a:close/>
                <a:moveTo>
                  <a:pt x="422544" y="140485"/>
                </a:moveTo>
                <a:cubicBezTo>
                  <a:pt x="364403" y="152951"/>
                  <a:pt x="260427" y="234184"/>
                  <a:pt x="244526" y="249208"/>
                </a:cubicBezTo>
                <a:cubicBezTo>
                  <a:pt x="241865" y="254272"/>
                  <a:pt x="243876" y="252703"/>
                  <a:pt x="247611" y="254455"/>
                </a:cubicBezTo>
                <a:cubicBezTo>
                  <a:pt x="306610" y="254455"/>
                  <a:pt x="365748" y="253871"/>
                  <a:pt x="424667" y="253871"/>
                </a:cubicBezTo>
                <a:cubicBezTo>
                  <a:pt x="463469" y="247819"/>
                  <a:pt x="464769" y="236661"/>
                  <a:pt x="464769" y="199659"/>
                </a:cubicBezTo>
                <a:cubicBezTo>
                  <a:pt x="464769" y="185193"/>
                  <a:pt x="465395" y="169895"/>
                  <a:pt x="460448" y="155940"/>
                </a:cubicBezTo>
                <a:cubicBezTo>
                  <a:pt x="456213" y="139815"/>
                  <a:pt x="441925" y="136330"/>
                  <a:pt x="422544" y="140485"/>
                </a:cubicBezTo>
                <a:close/>
                <a:moveTo>
                  <a:pt x="1910799" y="116378"/>
                </a:moveTo>
                <a:cubicBezTo>
                  <a:pt x="1940083" y="121072"/>
                  <a:pt x="1963808" y="138810"/>
                  <a:pt x="1977462" y="177511"/>
                </a:cubicBezTo>
                <a:cubicBezTo>
                  <a:pt x="1979011" y="186251"/>
                  <a:pt x="1980551" y="194174"/>
                  <a:pt x="1980551" y="203157"/>
                </a:cubicBezTo>
                <a:lnTo>
                  <a:pt x="1980542" y="203157"/>
                </a:lnTo>
                <a:cubicBezTo>
                  <a:pt x="1980542" y="219464"/>
                  <a:pt x="1976924" y="236275"/>
                  <a:pt x="1973147" y="252123"/>
                </a:cubicBezTo>
                <a:cubicBezTo>
                  <a:pt x="1950874" y="345132"/>
                  <a:pt x="1914963" y="433618"/>
                  <a:pt x="1883075" y="523181"/>
                </a:cubicBezTo>
                <a:cubicBezTo>
                  <a:pt x="1853810" y="550829"/>
                  <a:pt x="1792977" y="535774"/>
                  <a:pt x="1761533" y="517934"/>
                </a:cubicBezTo>
                <a:cubicBezTo>
                  <a:pt x="1745808" y="503073"/>
                  <a:pt x="1784907" y="427251"/>
                  <a:pt x="1791151" y="408927"/>
                </a:cubicBezTo>
                <a:cubicBezTo>
                  <a:pt x="1800734" y="380784"/>
                  <a:pt x="1853078" y="277007"/>
                  <a:pt x="1809039" y="256204"/>
                </a:cubicBezTo>
                <a:cubicBezTo>
                  <a:pt x="1794878" y="256204"/>
                  <a:pt x="1783612" y="257956"/>
                  <a:pt x="1769561" y="261450"/>
                </a:cubicBezTo>
                <a:cubicBezTo>
                  <a:pt x="1637780" y="305043"/>
                  <a:pt x="1544241" y="431793"/>
                  <a:pt x="1449374" y="521431"/>
                </a:cubicBezTo>
                <a:cubicBezTo>
                  <a:pt x="1408254" y="540996"/>
                  <a:pt x="1378729" y="535989"/>
                  <a:pt x="1338334" y="516769"/>
                </a:cubicBezTo>
                <a:cubicBezTo>
                  <a:pt x="1334319" y="512983"/>
                  <a:pt x="1336264" y="506965"/>
                  <a:pt x="1337097" y="502195"/>
                </a:cubicBezTo>
                <a:cubicBezTo>
                  <a:pt x="1367664" y="381550"/>
                  <a:pt x="1416012" y="261935"/>
                  <a:pt x="1468499" y="148362"/>
                </a:cubicBezTo>
                <a:cubicBezTo>
                  <a:pt x="1476752" y="125175"/>
                  <a:pt x="1561600" y="133767"/>
                  <a:pt x="1582635" y="143700"/>
                </a:cubicBezTo>
                <a:cubicBezTo>
                  <a:pt x="1582635" y="169383"/>
                  <a:pt x="1579782" y="212485"/>
                  <a:pt x="1619025" y="212485"/>
                </a:cubicBezTo>
                <a:cubicBezTo>
                  <a:pt x="1685071" y="205607"/>
                  <a:pt x="1822948" y="102296"/>
                  <a:pt x="1910799" y="116378"/>
                </a:cubicBezTo>
                <a:close/>
                <a:moveTo>
                  <a:pt x="1167615" y="103288"/>
                </a:moveTo>
                <a:cubicBezTo>
                  <a:pt x="1204734" y="103504"/>
                  <a:pt x="1241814" y="108095"/>
                  <a:pt x="1276642" y="116302"/>
                </a:cubicBezTo>
                <a:cubicBezTo>
                  <a:pt x="1323794" y="132512"/>
                  <a:pt x="1348894" y="154205"/>
                  <a:pt x="1352520" y="202573"/>
                </a:cubicBezTo>
                <a:lnTo>
                  <a:pt x="1352520" y="202574"/>
                </a:lnTo>
                <a:cubicBezTo>
                  <a:pt x="1352520" y="263398"/>
                  <a:pt x="1312410" y="343309"/>
                  <a:pt x="1283424" y="396104"/>
                </a:cubicBezTo>
                <a:cubicBezTo>
                  <a:pt x="1237886" y="479183"/>
                  <a:pt x="1176296" y="528965"/>
                  <a:pt x="1076135" y="534837"/>
                </a:cubicBezTo>
                <a:cubicBezTo>
                  <a:pt x="987612" y="540025"/>
                  <a:pt x="787527" y="554548"/>
                  <a:pt x="822579" y="413591"/>
                </a:cubicBezTo>
                <a:cubicBezTo>
                  <a:pt x="837783" y="352570"/>
                  <a:pt x="871557" y="298807"/>
                  <a:pt x="892297" y="239880"/>
                </a:cubicBezTo>
                <a:cubicBezTo>
                  <a:pt x="944555" y="141356"/>
                  <a:pt x="1056258" y="102639"/>
                  <a:pt x="1167615" y="103288"/>
                </a:cubicBezTo>
                <a:close/>
                <a:moveTo>
                  <a:pt x="496231" y="302"/>
                </a:moveTo>
                <a:cubicBezTo>
                  <a:pt x="578563" y="-5507"/>
                  <a:pt x="610271" y="73564"/>
                  <a:pt x="620979" y="145853"/>
                </a:cubicBezTo>
                <a:lnTo>
                  <a:pt x="625785" y="212484"/>
                </a:lnTo>
                <a:lnTo>
                  <a:pt x="617484" y="264746"/>
                </a:lnTo>
                <a:cubicBezTo>
                  <a:pt x="586877" y="369512"/>
                  <a:pt x="480395" y="359915"/>
                  <a:pt x="356805" y="359380"/>
                </a:cubicBezTo>
                <a:cubicBezTo>
                  <a:pt x="303128" y="359171"/>
                  <a:pt x="248235" y="355884"/>
                  <a:pt x="195171" y="355884"/>
                </a:cubicBezTo>
                <a:cubicBezTo>
                  <a:pt x="175591" y="374648"/>
                  <a:pt x="232280" y="431567"/>
                  <a:pt x="248228" y="440989"/>
                </a:cubicBezTo>
                <a:cubicBezTo>
                  <a:pt x="302667" y="473033"/>
                  <a:pt x="370974" y="459274"/>
                  <a:pt x="414797" y="417670"/>
                </a:cubicBezTo>
                <a:cubicBezTo>
                  <a:pt x="438341" y="417670"/>
                  <a:pt x="691052" y="386460"/>
                  <a:pt x="603576" y="468969"/>
                </a:cubicBezTo>
                <a:cubicBezTo>
                  <a:pt x="561238" y="504563"/>
                  <a:pt x="501337" y="525587"/>
                  <a:pt x="446875" y="537754"/>
                </a:cubicBezTo>
                <a:cubicBezTo>
                  <a:pt x="273588" y="576475"/>
                  <a:pt x="-100733" y="482347"/>
                  <a:pt x="25517" y="251539"/>
                </a:cubicBezTo>
                <a:cubicBezTo>
                  <a:pt x="111822" y="117325"/>
                  <a:pt x="298753" y="43934"/>
                  <a:pt x="453045" y="6131"/>
                </a:cubicBezTo>
                <a:cubicBezTo>
                  <a:pt x="467412" y="3415"/>
                  <a:pt x="481605" y="1326"/>
                  <a:pt x="496231" y="30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800"/>
            </a:lvl1pPr>
            <a:lvl5pPr>
              <a:defRPr/>
            </a:lvl5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4992822-E94C-1702-FD5A-3197C5DBF06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9375" y="6050859"/>
            <a:ext cx="5616000" cy="36000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fld id="{4166F76A-4900-864D-B9F6-2488814C2A20}" type="datetime1">
              <a:rPr lang="de-DE" smtClean="0"/>
              <a:pPr/>
              <a:t>01.02.2026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329538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71EDD8-CE41-5F3A-1222-8BB0B52C85ED}"/>
              </a:ext>
            </a:extLst>
          </p:cNvPr>
          <p:cNvSpPr/>
          <p:nvPr userDrawn="1"/>
        </p:nvSpPr>
        <p:spPr>
          <a:xfrm>
            <a:off x="0" y="-1"/>
            <a:ext cx="4572000" cy="6858000"/>
          </a:xfrm>
          <a:prstGeom prst="rect">
            <a:avLst/>
          </a:prstGeom>
          <a:gradFill flip="none" rotWithShape="1">
            <a:gsLst>
              <a:gs pos="58000">
                <a:srgbClr val="EA1B0A"/>
              </a:gs>
              <a:gs pos="100000">
                <a:srgbClr val="96148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5674F3-461B-A0D8-BD43-B0E188D4749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93D36D-170F-57E0-AC70-4E68245359A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5" name="Image">
            <a:extLst>
              <a:ext uri="{FF2B5EF4-FFF2-40B4-BE49-F238E27FC236}">
                <a16:creationId xmlns:a16="http://schemas.microsoft.com/office/drawing/2014/main" id="{B8FDE1EB-2770-97AC-33D1-F5045924E2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E89EDF3-6591-5B1A-CD1F-6369A6426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425" y="2407206"/>
            <a:ext cx="3708362" cy="5645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16867C0-5332-AE90-6140-EE0C9C14E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4" y="512764"/>
            <a:ext cx="3708363" cy="1777652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8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1E5B8264-4460-C20B-5FD0-7B628F2BF2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9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4BA2485C-9557-F4C3-55A1-F87F6372E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0" name="E.ON Logo">
            <a:extLst>
              <a:ext uri="{FF2B5EF4-FFF2-40B4-BE49-F238E27FC236}">
                <a16:creationId xmlns:a16="http://schemas.microsoft.com/office/drawing/2014/main" id="{778D5CDF-1202-A4A2-F064-431B6EFF7421}"/>
              </a:ext>
            </a:extLst>
          </p:cNvPr>
          <p:cNvSpPr/>
          <p:nvPr userDrawn="1"/>
        </p:nvSpPr>
        <p:spPr>
          <a:xfrm>
            <a:off x="479425" y="5854729"/>
            <a:ext cx="1778585" cy="490507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chemeClr val="bg1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78F765-2AAF-6D64-9D02-36444FBC874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424" y="3112945"/>
            <a:ext cx="3708361" cy="287337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166F76A-4900-864D-B9F6-2488814C2A20}" type="datetime1">
              <a:rPr lang="de-DE" smtClean="0"/>
              <a:pPr/>
              <a:t>01.02.2026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8697908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C5AA-B723-1B46-A200-44A840E6773F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Conten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5" y="1807200"/>
            <a:ext cx="11232000" cy="410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9412931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  <p15:guide id="2" orient="horz" pos="372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03AA2-B5CF-DF42-BFD7-E438A8E61E16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Content right">
            <a:extLst>
              <a:ext uri="{FF2B5EF4-FFF2-40B4-BE49-F238E27FC236}">
                <a16:creationId xmlns:a16="http://schemas.microsoft.com/office/drawing/2014/main" id="{0ED697D8-4001-2C2F-6C69-6C69F0A9DA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76575" y="1808163"/>
            <a:ext cx="5436000" cy="410303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8163"/>
            <a:ext cx="5436000" cy="410303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3226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  <p15:guide id="3" orient="horz" pos="1139">
          <p15:clr>
            <a:srgbClr val="FBAE40"/>
          </p15:clr>
        </p15:guide>
        <p15:guide id="4" orient="horz" pos="372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2844-2F76-E644-A845-460A05DF696C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Content right">
            <a:extLst>
              <a:ext uri="{FF2B5EF4-FFF2-40B4-BE49-F238E27FC236}">
                <a16:creationId xmlns:a16="http://schemas.microsoft.com/office/drawing/2014/main" id="{821C6087-42E8-EF3E-2DB1-006977CF49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84000" y="1807199"/>
            <a:ext cx="3528000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Content center">
            <a:extLst>
              <a:ext uri="{FF2B5EF4-FFF2-40B4-BE49-F238E27FC236}">
                <a16:creationId xmlns:a16="http://schemas.microsoft.com/office/drawing/2014/main" id="{4DBF2313-467C-EC6E-F064-A45CD68A4D5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000" y="1807199"/>
            <a:ext cx="3528000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7199"/>
            <a:ext cx="3528000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102376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2525">
          <p15:clr>
            <a:srgbClr val="FBAE40"/>
          </p15:clr>
        </p15:guide>
        <p15:guide id="2" pos="2729">
          <p15:clr>
            <a:srgbClr val="FBAE40"/>
          </p15:clr>
        </p15:guide>
        <p15:guide id="3" pos="5155">
          <p15:clr>
            <a:srgbClr val="FBAE40"/>
          </p15:clr>
        </p15:guide>
        <p15:guide id="4" pos="4951">
          <p15:clr>
            <a:srgbClr val="FBAE40"/>
          </p15:clr>
        </p15:guide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5105732-2702-2705-E25B-F69A991136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32287" y="1816649"/>
            <a:ext cx="3527425" cy="4528587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8F8D6EF-C64D-64CB-2BE5-D5340EA02F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5149" y="1816651"/>
            <a:ext cx="3527425" cy="452858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810C95-AC8E-6C1E-2B05-18C779A35A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9426" y="1816651"/>
            <a:ext cx="3527424" cy="4528587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0F2DB-F57A-AF4E-AE6C-A93AEBE3F34F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542022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  <p15:guide id="2" pos="2729" userDrawn="1">
          <p15:clr>
            <a:srgbClr val="FBAE40"/>
          </p15:clr>
        </p15:guide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  <p15:guide id="7" pos="4951" userDrawn="1">
          <p15:clr>
            <a:srgbClr val="FBAE40"/>
          </p15:clr>
        </p15:guide>
        <p15:guide id="8" pos="515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648E009-BB98-9E35-EA66-436B411E8A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1808162"/>
            <a:ext cx="2555266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9563D87D-9B7E-CB86-AD42-793930BBC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151" y="1808162"/>
            <a:ext cx="2556850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B04EEFA6-9DB8-5952-1B19-2DC826ECF7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0461" y="1808162"/>
            <a:ext cx="2592389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52F93D3B-4527-E2A4-E384-5954C4A981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56699" y="1808162"/>
            <a:ext cx="2555875" cy="4537075"/>
          </a:xfrm>
          <a:prstGeom prst="rect">
            <a:avLst/>
          </a:prstGeom>
          <a:solidFill>
            <a:srgbClr val="F8F5F2"/>
          </a:solidFill>
        </p:spPr>
        <p:txBody>
          <a:bodyPr lIns="180000" tIns="144000" rIns="180000" bIns="144000"/>
          <a:lstStyle>
            <a:lvl1pPr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0"/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4A01-68C8-6244-A7C0-65979CD3F425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14306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1912" userDrawn="1">
          <p15:clr>
            <a:srgbClr val="FBAE40"/>
          </p15:clr>
        </p15:guide>
        <p15:guide id="2" pos="2116" userDrawn="1">
          <p15:clr>
            <a:srgbClr val="FBAE40"/>
          </p15:clr>
        </p15:guide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  <p15:guide id="7" pos="3727" userDrawn="1">
          <p15:clr>
            <a:srgbClr val="FBAE40"/>
          </p15:clr>
        </p15:guide>
        <p15:guide id="8" pos="3931" userDrawn="1">
          <p15:clr>
            <a:srgbClr val="FBAE40"/>
          </p15:clr>
        </p15:guide>
        <p15:guide id="9" pos="5564" userDrawn="1">
          <p15:clr>
            <a:srgbClr val="FBAE40"/>
          </p15:clr>
        </p15:guide>
        <p15:guide id="10" pos="576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FC4CD-1D60-AC45-8637-25ABD31243B7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724FCAC5-11F5-9A4C-F9DC-4A81828929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1</a:t>
            </a:r>
            <a:endParaRPr lang="en-US" dirty="0"/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FACD359C-D847-4B82-D96F-7456AFF3D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7144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2</a:t>
            </a:r>
            <a:endParaRPr lang="en-US" dirty="0"/>
          </a:p>
        </p:txBody>
      </p:sp>
      <p:sp>
        <p:nvSpPr>
          <p:cNvPr id="62" name="Text Placeholder 59">
            <a:extLst>
              <a:ext uri="{FF2B5EF4-FFF2-40B4-BE49-F238E27FC236}">
                <a16:creationId xmlns:a16="http://schemas.microsoft.com/office/drawing/2014/main" id="{3A6CBA61-2475-CC89-F9C3-C02028C81A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4288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3</a:t>
            </a:r>
            <a:endParaRPr lang="en-US" dirty="0"/>
          </a:p>
        </p:txBody>
      </p:sp>
      <p:sp>
        <p:nvSpPr>
          <p:cNvPr id="63" name="Text Placeholder 59">
            <a:extLst>
              <a:ext uri="{FF2B5EF4-FFF2-40B4-BE49-F238E27FC236}">
                <a16:creationId xmlns:a16="http://schemas.microsoft.com/office/drawing/2014/main" id="{08F4EFE1-28F5-581B-F05D-38EBBE1ED4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1432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4</a:t>
            </a:r>
            <a:endParaRPr lang="en-US" dirty="0"/>
          </a:p>
        </p:txBody>
      </p:sp>
      <p:sp>
        <p:nvSpPr>
          <p:cNvPr id="64" name="Text Placeholder 59">
            <a:extLst>
              <a:ext uri="{FF2B5EF4-FFF2-40B4-BE49-F238E27FC236}">
                <a16:creationId xmlns:a16="http://schemas.microsoft.com/office/drawing/2014/main" id="{AB30CC30-1713-8F61-2722-FED948533C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88000" y="1808163"/>
            <a:ext cx="2124000" cy="4537075"/>
          </a:xfrm>
          <a:prstGeom prst="rect">
            <a:avLst/>
          </a:prstGeom>
          <a:solidFill>
            <a:srgbClr val="F8F5F2"/>
          </a:solidFill>
        </p:spPr>
        <p:txBody>
          <a:bodyPr lIns="144000" tIns="144000" rIns="144000"/>
          <a:lstStyle>
            <a:lvl1pPr>
              <a:lnSpc>
                <a:spcPct val="8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5</a:t>
            </a:r>
            <a:endParaRPr lang="en-US" dirty="0"/>
          </a:p>
        </p:txBody>
      </p:sp>
      <p:sp>
        <p:nvSpPr>
          <p:cNvPr id="73" name="Text Placeholder 70">
            <a:extLst>
              <a:ext uri="{FF2B5EF4-FFF2-40B4-BE49-F238E27FC236}">
                <a16:creationId xmlns:a16="http://schemas.microsoft.com/office/drawing/2014/main" id="{FA15A0FC-E301-BBB8-6C26-2D2AA6D60F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6651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  <p:sp>
        <p:nvSpPr>
          <p:cNvPr id="76" name="Text Placeholder 70">
            <a:extLst>
              <a:ext uri="{FF2B5EF4-FFF2-40B4-BE49-F238E27FC236}">
                <a16:creationId xmlns:a16="http://schemas.microsoft.com/office/drawing/2014/main" id="{F884D185-C4E4-F2B6-F85D-0F97BCF7F3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09507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/>
              <a:t>DD.MM.YYYY</a:t>
            </a:r>
          </a:p>
          <a:p>
            <a:pPr lvl="0"/>
            <a:endParaRPr lang="en-GB"/>
          </a:p>
          <a:p>
            <a:pPr lvl="0"/>
            <a:r>
              <a:rPr lang="en-GB"/>
              <a:t>Next step</a:t>
            </a:r>
          </a:p>
          <a:p>
            <a:pPr lvl="0"/>
            <a:r>
              <a:rPr lang="en-US" b="0" err="1"/>
              <a:t>Fusce</a:t>
            </a:r>
            <a:r>
              <a:rPr lang="en-US" b="0"/>
              <a:t> </a:t>
            </a:r>
            <a:r>
              <a:rPr lang="en-US" b="0" err="1"/>
              <a:t>tristique</a:t>
            </a:r>
            <a:r>
              <a:rPr lang="en-US" b="0"/>
              <a:t>, </a:t>
            </a:r>
            <a:r>
              <a:rPr lang="en-US" b="0" err="1"/>
              <a:t>orci</a:t>
            </a:r>
            <a:r>
              <a:rPr lang="en-US" b="0"/>
              <a:t> </a:t>
            </a:r>
            <a:r>
              <a:rPr lang="en-US" b="0" err="1"/>
              <a:t>nec</a:t>
            </a:r>
            <a:r>
              <a:rPr lang="en-US" b="0"/>
              <a:t> </a:t>
            </a:r>
            <a:r>
              <a:rPr lang="en-US" b="0" err="1"/>
              <a:t>mollis</a:t>
            </a:r>
            <a:r>
              <a:rPr lang="en-US" b="0"/>
              <a:t> </a:t>
            </a:r>
            <a:r>
              <a:rPr lang="en-US" b="0" err="1"/>
              <a:t>aliquet</a:t>
            </a:r>
            <a:r>
              <a:rPr lang="en-US" b="0"/>
              <a:t>, </a:t>
            </a:r>
            <a:r>
              <a:rPr lang="en-US" b="0" err="1"/>
              <a:t>tortor</a:t>
            </a:r>
            <a:r>
              <a:rPr lang="en-US" b="0"/>
              <a:t> </a:t>
            </a:r>
            <a:r>
              <a:rPr lang="en-US" b="0" err="1"/>
              <a:t>velit</a:t>
            </a:r>
            <a:r>
              <a:rPr lang="en-US" b="0"/>
              <a:t> </a:t>
            </a:r>
            <a:r>
              <a:rPr lang="en-US" b="0" err="1"/>
              <a:t>blandit</a:t>
            </a:r>
            <a:r>
              <a:rPr lang="en-US" b="0"/>
              <a:t> </a:t>
            </a:r>
            <a:r>
              <a:rPr lang="en-US" b="0" err="1"/>
              <a:t>urna</a:t>
            </a:r>
            <a:r>
              <a:rPr lang="en-US" b="0"/>
              <a:t>, sed gravida </a:t>
            </a:r>
            <a:r>
              <a:rPr lang="en-US" b="0" err="1"/>
              <a:t>odio</a:t>
            </a:r>
            <a:r>
              <a:rPr lang="en-US" b="0"/>
              <a:t> </a:t>
            </a:r>
            <a:r>
              <a:rPr lang="en-US" b="0" err="1"/>
              <a:t>quam</a:t>
            </a:r>
            <a:r>
              <a:rPr lang="en-US" b="0"/>
              <a:t> </a:t>
            </a:r>
            <a:r>
              <a:rPr lang="en-US" b="0" err="1"/>
              <a:t>ut</a:t>
            </a:r>
            <a:r>
              <a:rPr lang="en-US" b="0"/>
              <a:t> </a:t>
            </a:r>
            <a:r>
              <a:rPr lang="en-US" b="0" err="1"/>
              <a:t>leo</a:t>
            </a:r>
            <a:r>
              <a:rPr lang="en-US" b="0"/>
              <a:t>.</a:t>
            </a:r>
            <a:endParaRPr lang="en-GB"/>
          </a:p>
          <a:p>
            <a:pPr lvl="0"/>
            <a:endParaRPr lang="en-US"/>
          </a:p>
        </p:txBody>
      </p:sp>
      <p:sp>
        <p:nvSpPr>
          <p:cNvPr id="77" name="Text Placeholder 70">
            <a:extLst>
              <a:ext uri="{FF2B5EF4-FFF2-40B4-BE49-F238E27FC236}">
                <a16:creationId xmlns:a16="http://schemas.microsoft.com/office/drawing/2014/main" id="{049757F1-D506-2C2C-269C-5FC0FDF083E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2363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  <p:sp>
        <p:nvSpPr>
          <p:cNvPr id="78" name="Text Placeholder 70">
            <a:extLst>
              <a:ext uri="{FF2B5EF4-FFF2-40B4-BE49-F238E27FC236}">
                <a16:creationId xmlns:a16="http://schemas.microsoft.com/office/drawing/2014/main" id="{B14F01AA-43F5-F834-B7F6-3949E5206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795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  <p:sp>
        <p:nvSpPr>
          <p:cNvPr id="79" name="Text Placeholder 70">
            <a:extLst>
              <a:ext uri="{FF2B5EF4-FFF2-40B4-BE49-F238E27FC236}">
                <a16:creationId xmlns:a16="http://schemas.microsoft.com/office/drawing/2014/main" id="{6CE067F8-251E-8C0B-ACA3-8B0217FB0B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40363" y="3428999"/>
            <a:ext cx="1819275" cy="2484439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en-GB" dirty="0"/>
              <a:t>DD.MM.YYYY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Next step</a:t>
            </a:r>
          </a:p>
          <a:p>
            <a:pPr lvl="0"/>
            <a:r>
              <a:rPr lang="en-US" b="0" dirty="0" err="1"/>
              <a:t>Fusce</a:t>
            </a:r>
            <a:r>
              <a:rPr lang="en-US" b="0" dirty="0"/>
              <a:t> </a:t>
            </a:r>
            <a:r>
              <a:rPr lang="en-US" b="0" dirty="0" err="1"/>
              <a:t>tristique</a:t>
            </a:r>
            <a:r>
              <a:rPr lang="en-US" b="0" dirty="0"/>
              <a:t>, </a:t>
            </a:r>
            <a:r>
              <a:rPr lang="en-US" b="0" dirty="0" err="1"/>
              <a:t>orci</a:t>
            </a:r>
            <a:r>
              <a:rPr lang="en-US" b="0" dirty="0"/>
              <a:t> </a:t>
            </a:r>
            <a:r>
              <a:rPr lang="en-US" b="0" dirty="0" err="1"/>
              <a:t>nec</a:t>
            </a:r>
            <a:r>
              <a:rPr lang="en-US" b="0" dirty="0"/>
              <a:t> </a:t>
            </a:r>
            <a:r>
              <a:rPr lang="en-US" b="0" dirty="0" err="1"/>
              <a:t>mollis</a:t>
            </a:r>
            <a:r>
              <a:rPr lang="en-US" b="0" dirty="0"/>
              <a:t> </a:t>
            </a:r>
            <a:r>
              <a:rPr lang="en-US" b="0" dirty="0" err="1"/>
              <a:t>aliquet</a:t>
            </a:r>
            <a:r>
              <a:rPr lang="en-US" b="0" dirty="0"/>
              <a:t>, </a:t>
            </a:r>
            <a:r>
              <a:rPr lang="en-US" b="0" dirty="0" err="1"/>
              <a:t>tortor</a:t>
            </a:r>
            <a:r>
              <a:rPr lang="en-US" b="0" dirty="0"/>
              <a:t> </a:t>
            </a:r>
            <a:r>
              <a:rPr lang="en-US" b="0" dirty="0" err="1"/>
              <a:t>velit</a:t>
            </a:r>
            <a:r>
              <a:rPr lang="en-US" b="0" dirty="0"/>
              <a:t> </a:t>
            </a:r>
            <a:r>
              <a:rPr lang="en-US" b="0" dirty="0" err="1"/>
              <a:t>blandit</a:t>
            </a:r>
            <a:r>
              <a:rPr lang="en-US" b="0" dirty="0"/>
              <a:t> </a:t>
            </a:r>
            <a:r>
              <a:rPr lang="en-US" b="0" dirty="0" err="1"/>
              <a:t>urna</a:t>
            </a:r>
            <a:r>
              <a:rPr lang="en-US" b="0" dirty="0"/>
              <a:t>, sed gravida </a:t>
            </a:r>
            <a:r>
              <a:rPr lang="en-US" b="0" dirty="0" err="1"/>
              <a:t>odio</a:t>
            </a:r>
            <a:r>
              <a:rPr lang="en-US" b="0" dirty="0"/>
              <a:t> </a:t>
            </a:r>
            <a:r>
              <a:rPr lang="en-US" b="0" dirty="0" err="1"/>
              <a:t>quam</a:t>
            </a:r>
            <a:r>
              <a:rPr lang="en-US" b="0" dirty="0"/>
              <a:t> </a:t>
            </a:r>
            <a:r>
              <a:rPr lang="en-US" b="0" dirty="0" err="1"/>
              <a:t>ut</a:t>
            </a:r>
            <a:r>
              <a:rPr lang="en-US" b="0" dirty="0"/>
              <a:t> </a:t>
            </a:r>
            <a:r>
              <a:rPr lang="en-US" b="0" dirty="0" err="1"/>
              <a:t>leo</a:t>
            </a:r>
            <a:r>
              <a:rPr lang="en-US" b="0" dirty="0"/>
              <a:t>.</a:t>
            </a:r>
            <a:endParaRPr lang="en-GB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53345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5" orient="horz" pos="1139">
          <p15:clr>
            <a:srgbClr val="FBAE40"/>
          </p15:clr>
        </p15:guide>
        <p15:guide id="6" orient="horz" pos="372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rtl="0">
              <a:defRPr sz="100">
                <a:noFill/>
              </a:defRPr>
            </a:lvl1pPr>
          </a:lstStyle>
          <a:p>
            <a:fld id="{800A6A20-E873-F140-AC79-822BDF254684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8A0EA80-6C56-3462-7962-5C9554E7B4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76574" y="1"/>
            <a:ext cx="5915425" cy="6858002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7199"/>
            <a:ext cx="5436000" cy="410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5436613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AA3DA913-F435-7661-FD22-506A0DB96E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46234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3953">
          <p15:clr>
            <a:srgbClr val="FBAE40"/>
          </p15:clr>
        </p15:guide>
        <p15:guide id="2" pos="3727">
          <p15:clr>
            <a:srgbClr val="FBAE40"/>
          </p15:clr>
        </p15:guide>
        <p15:guide id="3" orient="horz" pos="1139">
          <p15:clr>
            <a:srgbClr val="FBAE40"/>
          </p15:clr>
        </p15:guide>
        <p15:guide id="4" orient="horz" pos="37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ediu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56503FA3-8982-0240-96EB-0717438A640D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00" y="6526211"/>
            <a:ext cx="3504000" cy="138499"/>
          </a:xfrm>
        </p:spPr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1" name="Image">
            <a:extLst>
              <a:ext uri="{FF2B5EF4-FFF2-40B4-BE49-F238E27FC236}">
                <a16:creationId xmlns:a16="http://schemas.microsoft.com/office/drawing/2014/main" id="{16C5AC2D-3DAF-BE99-F11D-E9E48F025B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344574" y="1"/>
            <a:ext cx="7847425" cy="6858002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574" y="1807199"/>
            <a:ext cx="3528000" cy="4104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3528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10AC4D8E-41CB-97B9-6D6F-3F32AFA594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771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  <p15:guide id="2" pos="2735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  <p15:guide id="4" orient="horz" pos="372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A92F7AF8-436B-7E4C-B79C-9AFED39A31DF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784C63FE-DE3B-3EE9-CC4E-6277924B19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807198"/>
            <a:ext cx="6132514" cy="5050801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 dirty="0" err="1"/>
              <a:t>Two</a:t>
            </a:r>
            <a:r>
              <a:rPr lang="de-DE" dirty="0"/>
              <a:t> Images Slide</a:t>
            </a:r>
          </a:p>
        </p:txBody>
      </p:sp>
      <p:sp>
        <p:nvSpPr>
          <p:cNvPr id="10" name="Image">
            <a:extLst>
              <a:ext uri="{FF2B5EF4-FFF2-40B4-BE49-F238E27FC236}">
                <a16:creationId xmlns:a16="http://schemas.microsoft.com/office/drawing/2014/main" id="{936BB358-D532-3EBE-A492-9D8C8B48C9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2512" y="1807198"/>
            <a:ext cx="6056175" cy="5050801"/>
          </a:xfrm>
          <a:solidFill>
            <a:schemeClr val="bg1">
              <a:lumMod val="8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277374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pos="386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454086B4-C1C9-5E41-95C0-A15114FD0380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784C63FE-DE3B-3EE9-CC4E-6277924B19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807198"/>
            <a:ext cx="12192000" cy="5050801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4FA448A-A5A1-F5E7-8038-8DB3FB9B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497862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mage">
            <a:extLst>
              <a:ext uri="{FF2B5EF4-FFF2-40B4-BE49-F238E27FC236}">
                <a16:creationId xmlns:a16="http://schemas.microsoft.com/office/drawing/2014/main" id="{784C63FE-DE3B-3EE9-CC4E-6277924B19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7999"/>
          </a:xfrm>
          <a:solidFill>
            <a:schemeClr val="bg1">
              <a:lumMod val="75000"/>
            </a:schemeClr>
          </a:solidFill>
        </p:spPr>
        <p:txBody>
          <a:bodyPr vert="horz" lIns="0" tIns="0" rIns="0" bIns="0" rtlCol="0" anchor="ctr" anchorCtr="0">
            <a:noAutofit/>
          </a:bodyPr>
          <a:lstStyle>
            <a:lvl1pPr algn="ctr">
              <a:defRPr lang="de-DE" dirty="0"/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A870E17-585B-25EC-91D4-D2E89C01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9234173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113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162AFC14-86FA-9D4E-B7BC-74F2486D8FF3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2D008FD9-6F72-6E1D-DD0B-A041002F0B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tIns="0" anchor="ctr" anchorCtr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1DE837E-4AC1-1B52-FD1F-FF041FBEE3F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FBDEFF21-870F-0D9C-E524-8E876F8EEA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209948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BEAAC-B2AD-9E48-A8EA-4EB764E838A2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0460100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72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background">
            <a:extLst>
              <a:ext uri="{FF2B5EF4-FFF2-40B4-BE49-F238E27FC236}">
                <a16:creationId xmlns:a16="http://schemas.microsoft.com/office/drawing/2014/main" id="{7A445AAD-DA93-44A7-A716-6A7756ED6265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2BF7-8CBC-9E45-BB2F-9259532D43CD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512763"/>
            <a:ext cx="11232000" cy="88639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76963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72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99B5F3EF-3489-EF41-92AE-C07F97C393BA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670055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4F111-9A96-A84D-87BF-789F902DF62C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010575"/>
      </p:ext>
    </p:extLst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/Tab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background">
            <a:extLst>
              <a:ext uri="{FF2B5EF4-FFF2-40B4-BE49-F238E27FC236}">
                <a16:creationId xmlns:a16="http://schemas.microsoft.com/office/drawing/2014/main" id="{55C950C9-43EF-39C3-FF01-39DDE884BF08}"/>
              </a:ext>
            </a:extLst>
          </p:cNvPr>
          <p:cNvSpPr/>
          <p:nvPr userDrawn="1"/>
        </p:nvSpPr>
        <p:spPr>
          <a:xfrm>
            <a:off x="0" y="0"/>
            <a:ext cx="7824788" cy="685799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99EB4-9340-0347-AF3C-D74FCC7E080E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Content right">
            <a:extLst>
              <a:ext uri="{FF2B5EF4-FFF2-40B4-BE49-F238E27FC236}">
                <a16:creationId xmlns:a16="http://schemas.microsoft.com/office/drawing/2014/main" id="{0ED697D8-4001-2C2F-6C69-6C69F0A9DA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83563" y="1807199"/>
            <a:ext cx="3529012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563" y="512763"/>
            <a:ext cx="3528436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Chart Footnote/Source">
            <a:extLst>
              <a:ext uri="{FF2B5EF4-FFF2-40B4-BE49-F238E27FC236}">
                <a16:creationId xmlns:a16="http://schemas.microsoft.com/office/drawing/2014/main" id="{8388A654-05DA-46BD-2557-D2D34395DB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5759167"/>
            <a:ext cx="7092375" cy="151323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900" b="0"/>
            </a:lvl1pPr>
          </a:lstStyle>
          <a:p>
            <a:pPr lvl="0"/>
            <a:r>
              <a:rPr lang="de-DE" err="1"/>
              <a:t>Footnote</a:t>
            </a:r>
            <a:r>
              <a:rPr lang="de-DE"/>
              <a:t>/Source</a:t>
            </a:r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0573" y="1399160"/>
            <a:ext cx="7091801" cy="42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Insert </a:t>
            </a:r>
            <a:r>
              <a:rPr lang="de-DE" dirty="0" err="1"/>
              <a:t>graph</a:t>
            </a:r>
            <a:r>
              <a:rPr lang="de-DE" dirty="0"/>
              <a:t>/</a:t>
            </a:r>
            <a:r>
              <a:rPr lang="de-DE" dirty="0" err="1"/>
              <a:t>table</a:t>
            </a:r>
            <a:endParaRPr lang="de-DE" dirty="0"/>
          </a:p>
        </p:txBody>
      </p:sp>
      <p:sp>
        <p:nvSpPr>
          <p:cNvPr id="12" name="Chart Subtitle">
            <a:extLst>
              <a:ext uri="{FF2B5EF4-FFF2-40B4-BE49-F238E27FC236}">
                <a16:creationId xmlns:a16="http://schemas.microsoft.com/office/drawing/2014/main" id="{1176B54B-A8DF-1176-D781-146DE34A5E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851410"/>
            <a:ext cx="7092375" cy="302647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de-DE" dirty="0"/>
              <a:t>Unit </a:t>
            </a:r>
            <a:r>
              <a:rPr lang="de-DE" dirty="0" err="1"/>
              <a:t>measure</a:t>
            </a:r>
            <a:endParaRPr lang="de-DE" dirty="0"/>
          </a:p>
        </p:txBody>
      </p:sp>
      <p:sp>
        <p:nvSpPr>
          <p:cNvPr id="11" name="Chart Title">
            <a:extLst>
              <a:ext uri="{FF2B5EF4-FFF2-40B4-BE49-F238E27FC236}">
                <a16:creationId xmlns:a16="http://schemas.microsoft.com/office/drawing/2014/main" id="{0C1D1F4B-9BF8-DFAD-1852-35C89F0628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00" y="512763"/>
            <a:ext cx="7092375" cy="30264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de-DE" dirty="0"/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696840257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5155" userDrawn="1">
          <p15:clr>
            <a:srgbClr val="FBAE40"/>
          </p15:clr>
        </p15:guide>
        <p15:guide id="3" pos="4770" userDrawn="1">
          <p15:clr>
            <a:srgbClr val="FBAE40"/>
          </p15:clr>
        </p15:guide>
        <p15:guide id="4" orient="horz" pos="372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/Tab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background">
            <a:extLst>
              <a:ext uri="{FF2B5EF4-FFF2-40B4-BE49-F238E27FC236}">
                <a16:creationId xmlns:a16="http://schemas.microsoft.com/office/drawing/2014/main" id="{55C950C9-43EF-39C3-FF01-39DDE884BF08}"/>
              </a:ext>
            </a:extLst>
          </p:cNvPr>
          <p:cNvSpPr/>
          <p:nvPr userDrawn="1"/>
        </p:nvSpPr>
        <p:spPr>
          <a:xfrm>
            <a:off x="6275388" y="0"/>
            <a:ext cx="5916612" cy="685799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89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C8AF-567C-5F49-8E44-47B93969B66E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6" name="Content right">
            <a:extLst>
              <a:ext uri="{FF2B5EF4-FFF2-40B4-BE49-F238E27FC236}">
                <a16:creationId xmlns:a16="http://schemas.microsoft.com/office/drawing/2014/main" id="{0ED697D8-4001-2C2F-6C69-6C69F0A9DA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998" y="1807199"/>
            <a:ext cx="4968301" cy="41040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9" y="512763"/>
            <a:ext cx="4968300" cy="88639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7E0D2C93-0AD3-3E6C-D51F-9BCD8E70F76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43700" y="512762"/>
            <a:ext cx="4968300" cy="45142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Insert </a:t>
            </a:r>
            <a:r>
              <a:rPr lang="de-DE" err="1"/>
              <a:t>graph</a:t>
            </a:r>
            <a:r>
              <a:rPr lang="de-DE"/>
              <a:t>/</a:t>
            </a:r>
            <a:r>
              <a:rPr lang="de-DE" err="1"/>
              <a:t>table</a:t>
            </a:r>
            <a:endParaRPr lang="de-DE"/>
          </a:p>
        </p:txBody>
      </p:sp>
      <p:sp>
        <p:nvSpPr>
          <p:cNvPr id="12" name="Chart Subtitle">
            <a:extLst>
              <a:ext uri="{FF2B5EF4-FFF2-40B4-BE49-F238E27FC236}">
                <a16:creationId xmlns:a16="http://schemas.microsoft.com/office/drawing/2014/main" id="{1176B54B-A8DF-1176-D781-146DE34A5E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3299" y="5598356"/>
            <a:ext cx="4968702" cy="302647"/>
          </a:xfr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de-DE" dirty="0"/>
              <a:t>Unit </a:t>
            </a:r>
            <a:r>
              <a:rPr lang="de-DE" dirty="0" err="1"/>
              <a:t>measure</a:t>
            </a:r>
            <a:endParaRPr lang="de-DE" dirty="0"/>
          </a:p>
        </p:txBody>
      </p:sp>
      <p:sp>
        <p:nvSpPr>
          <p:cNvPr id="11" name="Chart Title">
            <a:extLst>
              <a:ext uri="{FF2B5EF4-FFF2-40B4-BE49-F238E27FC236}">
                <a16:creationId xmlns:a16="http://schemas.microsoft.com/office/drawing/2014/main" id="{0C1D1F4B-9BF8-DFAD-1852-35C89F0628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3299" y="5259709"/>
            <a:ext cx="4968702" cy="30264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de-DE" dirty="0"/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2311415301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3" pos="3727" userDrawn="1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pos="4248" userDrawn="1">
          <p15:clr>
            <a:srgbClr val="FBAE40"/>
          </p15:clr>
        </p15:guide>
        <p15:guide id="6" pos="343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64AB6-0912-0D16-C25D-0763240699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4000">
                <a:srgbClr val="EA1B0A"/>
              </a:gs>
              <a:gs pos="98000">
                <a:srgbClr val="96148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DCDB24E5-50DF-AB48-84B3-580C5F8120F5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1" name="Number">
            <a:extLst>
              <a:ext uri="{FF2B5EF4-FFF2-40B4-BE49-F238E27FC236}">
                <a16:creationId xmlns:a16="http://schemas.microsoft.com/office/drawing/2014/main" id="{7700F044-4E4D-F142-70CF-491ED467D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4134434"/>
            <a:ext cx="2520000" cy="2723566"/>
          </a:xfrm>
        </p:spPr>
        <p:txBody>
          <a:bodyPr wrap="none">
            <a:noAutofit/>
          </a:bodyPr>
          <a:lstStyle>
            <a:lvl1pPr>
              <a:defRPr sz="16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512763"/>
            <a:ext cx="11232575" cy="1809647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Titel des </a:t>
            </a:r>
            <a:r>
              <a:rPr lang="de-DE" dirty="0" err="1"/>
              <a:t>kapitels</a:t>
            </a:r>
            <a:endParaRPr lang="de-DE" dirty="0"/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C079F7D-79FF-41AB-124C-407E69AFC13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ECF06861-9D4E-FDEF-993D-96CA6FA8BC5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86D6CD-FB18-19C2-A75E-33EDA5AF8E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9424" y="2331936"/>
            <a:ext cx="6444668" cy="1557151"/>
          </a:xfr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127988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mage">
            <a:extLst>
              <a:ext uri="{FF2B5EF4-FFF2-40B4-BE49-F238E27FC236}">
                <a16:creationId xmlns:a16="http://schemas.microsoft.com/office/drawing/2014/main" id="{2D008FD9-6F72-6E1D-DD0B-A041002F0B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rgbClr val="999999"/>
          </a:solidFill>
        </p:spPr>
        <p:txBody>
          <a:bodyPr tIns="3600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C2EE32AD-0752-744D-B6FE-A4C1BE5DF0E1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11" name="Number">
            <a:extLst>
              <a:ext uri="{FF2B5EF4-FFF2-40B4-BE49-F238E27FC236}">
                <a16:creationId xmlns:a16="http://schemas.microsoft.com/office/drawing/2014/main" id="{7700F044-4E4D-F142-70CF-491ED467D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4134434"/>
            <a:ext cx="2520000" cy="2723566"/>
          </a:xfrm>
        </p:spPr>
        <p:txBody>
          <a:bodyPr wrap="none">
            <a:noAutofit/>
          </a:bodyPr>
          <a:lstStyle>
            <a:lvl1pPr>
              <a:defRPr sz="16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512763"/>
            <a:ext cx="11232575" cy="181917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Titel des </a:t>
            </a:r>
            <a:r>
              <a:rPr lang="de-DE" dirty="0" err="1"/>
              <a:t>kapitels</a:t>
            </a:r>
            <a:endParaRPr lang="de-DE" dirty="0"/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1DE837E-4AC1-1B52-FD1F-FF041FBEE3F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FBDEFF21-870F-0D9C-E524-8E876F8EEA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7E3AB64-3C77-CE4A-0503-7D8207B8D8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2331936"/>
            <a:ext cx="5976615" cy="1547626"/>
          </a:xfr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055130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215170-0B6B-5D5C-3956-42FA14BA3E66}"/>
              </a:ext>
            </a:extLst>
          </p:cNvPr>
          <p:cNvSpPr/>
          <p:nvPr userDrawn="1"/>
        </p:nvSpPr>
        <p:spPr>
          <a:xfrm>
            <a:off x="0" y="-1"/>
            <a:ext cx="6275388" cy="6858000"/>
          </a:xfrm>
          <a:prstGeom prst="rect">
            <a:avLst/>
          </a:prstGeom>
          <a:gradFill flip="none" rotWithShape="1">
            <a:gsLst>
              <a:gs pos="63000">
                <a:srgbClr val="EA1B0A"/>
              </a:gs>
              <a:gs pos="100000">
                <a:srgbClr val="96148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A609EB-1031-BC6C-D577-7EE10D448026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D5E0F0B2-06FB-E449-A0E9-9299E25AD56D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9185A4-6071-7369-C763-6AD9F941BB1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681C39C-6A3D-0786-25B2-7B0E33F703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 rtl="0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2D008FD9-6F72-6E1D-DD0B-A041002F0B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5388" y="0"/>
            <a:ext cx="5916612" cy="6857999"/>
          </a:xfrm>
          <a:solidFill>
            <a:srgbClr val="999999"/>
          </a:solidFill>
        </p:spPr>
        <p:txBody>
          <a:bodyPr tIns="3600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1" name="Number">
            <a:extLst>
              <a:ext uri="{FF2B5EF4-FFF2-40B4-BE49-F238E27FC236}">
                <a16:creationId xmlns:a16="http://schemas.microsoft.com/office/drawing/2014/main" id="{7700F044-4E4D-F142-70CF-491ED467D8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4134434"/>
            <a:ext cx="2520000" cy="2723566"/>
          </a:xfrm>
        </p:spPr>
        <p:txBody>
          <a:bodyPr wrap="none">
            <a:noAutofit/>
          </a:bodyPr>
          <a:lstStyle>
            <a:lvl1pPr>
              <a:defRPr sz="16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38808C9-218A-23C4-0979-17C2EF7CC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5436613" cy="291623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70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Mastertitel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6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B16AC418-7DF3-FC4A-3FE3-EB675B6D8FB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1DAE23C1-FA80-8A1B-7E1D-9EF6DB6801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24813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3953" userDrawn="1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438835-2655-8DCA-404E-79083CC384B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3000">
                <a:srgbClr val="EA1B0A"/>
              </a:gs>
              <a:gs pos="100000">
                <a:srgbClr val="96148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en-US" sz="140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D488086D-EEA1-CF4E-B791-0B497494499F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9" name="Contact information">
            <a:extLst>
              <a:ext uri="{FF2B5EF4-FFF2-40B4-BE49-F238E27FC236}">
                <a16:creationId xmlns:a16="http://schemas.microsoft.com/office/drawing/2014/main" id="{711219D6-CE9D-0F40-A923-24FB0FE24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3212976"/>
            <a:ext cx="5436000" cy="23538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/>
              <a:t>Edit </a:t>
            </a:r>
            <a:r>
              <a:rPr lang="de-DE" err="1"/>
              <a:t>contact</a:t>
            </a:r>
            <a:r>
              <a:rPr lang="de-DE"/>
              <a:t> Information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33495D4A-F00D-763A-E57E-AF2EFD0C60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2865600"/>
            <a:ext cx="5436000" cy="30264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Edit </a:t>
            </a:r>
            <a:r>
              <a:rPr lang="de-DE" err="1"/>
              <a:t>name</a:t>
            </a:r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4"/>
            <a:ext cx="9288001" cy="689469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closing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11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63464D1A-B18E-D090-1C9D-E945B394C3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2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E5083936-085C-48AA-540F-DA08BAD5EE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3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91DF28A4-A76B-1B84-FFC1-3596AF8A00A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FC7B165-BDDA-78D9-22D2-E6CC395C0C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1202233"/>
            <a:ext cx="9288001" cy="635639"/>
          </a:xfrm>
        </p:spPr>
        <p:txBody>
          <a:bodyPr/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E.ON Logo">
            <a:extLst>
              <a:ext uri="{FF2B5EF4-FFF2-40B4-BE49-F238E27FC236}">
                <a16:creationId xmlns:a16="http://schemas.microsoft.com/office/drawing/2014/main" id="{404EC8AB-7FB9-DD09-32D3-29B6F4B7B61F}"/>
              </a:ext>
            </a:extLst>
          </p:cNvPr>
          <p:cNvSpPr/>
          <p:nvPr userDrawn="1"/>
        </p:nvSpPr>
        <p:spPr>
          <a:xfrm>
            <a:off x="479425" y="5891141"/>
            <a:ext cx="1646555" cy="454095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chemeClr val="bg1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515713"/>
      </p:ext>
    </p:extLst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large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mage">
            <a:extLst>
              <a:ext uri="{FF2B5EF4-FFF2-40B4-BE49-F238E27FC236}">
                <a16:creationId xmlns:a16="http://schemas.microsoft.com/office/drawing/2014/main" id="{80AC49D3-6A5A-9774-4531-1B486B7E76B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rgbClr val="999999"/>
          </a:solidFill>
        </p:spPr>
        <p:txBody>
          <a:bodyPr vert="horz" lIns="0" tIns="0" rIns="0" bIns="0" rtlCol="0" anchor="ctr" anchorCtr="0">
            <a:noAutofit/>
          </a:bodyPr>
          <a:lstStyle>
            <a:lvl1pPr algn="ctr">
              <a:defRPr lang="de-DE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E1661ABF-B6C1-304A-B785-E576099AC068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9" name="Contact information">
            <a:extLst>
              <a:ext uri="{FF2B5EF4-FFF2-40B4-BE49-F238E27FC236}">
                <a16:creationId xmlns:a16="http://schemas.microsoft.com/office/drawing/2014/main" id="{711219D6-CE9D-0F40-A923-24FB0FE24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3212976"/>
            <a:ext cx="5436000" cy="23538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contact</a:t>
            </a:r>
            <a:r>
              <a:rPr lang="de-DE" dirty="0"/>
              <a:t> Information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33495D4A-F00D-763A-E57E-AF2EFD0C60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2865600"/>
            <a:ext cx="5436000" cy="30264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11232575" cy="68947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closing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6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69DA9C75-51A0-D606-2C11-77CC23F8A7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0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562B9F09-1353-EC0F-B9A1-A281ABA9EDB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1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04437E0E-F58E-840C-4CA1-5A20337C183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23D6592-F4E3-3941-7D9D-531EB3FA89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425" y="1202233"/>
            <a:ext cx="11233150" cy="679907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0">
            <a:extLst>
              <a:ext uri="{FF2B5EF4-FFF2-40B4-BE49-F238E27FC236}">
                <a16:creationId xmlns:a16="http://schemas.microsoft.com/office/drawing/2014/main" id="{BE398898-6226-AF23-EBB4-8146744ED0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5" y="5891142"/>
            <a:ext cx="1646555" cy="454095"/>
          </a:xfrm>
          <a:custGeom>
            <a:avLst/>
            <a:gdLst>
              <a:gd name="connsiteX0" fmla="*/ 738049 w 1980551"/>
              <a:gd name="connsiteY0" fmla="*/ 247957 h 546206"/>
              <a:gd name="connsiteX1" fmla="*/ 783101 w 1980551"/>
              <a:gd name="connsiteY1" fmla="*/ 252123 h 546206"/>
              <a:gd name="connsiteX2" fmla="*/ 807161 w 1980551"/>
              <a:gd name="connsiteY2" fmla="*/ 281851 h 546206"/>
              <a:gd name="connsiteX3" fmla="*/ 769527 w 1980551"/>
              <a:gd name="connsiteY3" fmla="*/ 359961 h 546206"/>
              <a:gd name="connsiteX4" fmla="*/ 659099 w 1980551"/>
              <a:gd name="connsiteY4" fmla="*/ 322656 h 546206"/>
              <a:gd name="connsiteX5" fmla="*/ 738049 w 1980551"/>
              <a:gd name="connsiteY5" fmla="*/ 247957 h 546206"/>
              <a:gd name="connsiteX6" fmla="*/ 625785 w 1980551"/>
              <a:gd name="connsiteY6" fmla="*/ 212484 h 546206"/>
              <a:gd name="connsiteX7" fmla="*/ 625785 w 1980551"/>
              <a:gd name="connsiteY7" fmla="*/ 212485 h 546206"/>
              <a:gd name="connsiteX8" fmla="*/ 625785 w 1980551"/>
              <a:gd name="connsiteY8" fmla="*/ 212484 h 546206"/>
              <a:gd name="connsiteX9" fmla="*/ 1118702 w 1980551"/>
              <a:gd name="connsiteY9" fmla="*/ 208403 h 546206"/>
              <a:gd name="connsiteX10" fmla="*/ 1024936 w 1980551"/>
              <a:gd name="connsiteY10" fmla="*/ 353550 h 546206"/>
              <a:gd name="connsiteX11" fmla="*/ 1035421 w 1980551"/>
              <a:gd name="connsiteY11" fmla="*/ 436907 h 546206"/>
              <a:gd name="connsiteX12" fmla="*/ 1144003 w 1980551"/>
              <a:gd name="connsiteY12" fmla="*/ 304584 h 546206"/>
              <a:gd name="connsiteX13" fmla="*/ 1155101 w 1980551"/>
              <a:gd name="connsiteY13" fmla="*/ 223559 h 546206"/>
              <a:gd name="connsiteX14" fmla="*/ 1118702 w 1980551"/>
              <a:gd name="connsiteY14" fmla="*/ 208404 h 546206"/>
              <a:gd name="connsiteX15" fmla="*/ 422544 w 1980551"/>
              <a:gd name="connsiteY15" fmla="*/ 140485 h 546206"/>
              <a:gd name="connsiteX16" fmla="*/ 244526 w 1980551"/>
              <a:gd name="connsiteY16" fmla="*/ 249208 h 546206"/>
              <a:gd name="connsiteX17" fmla="*/ 247611 w 1980551"/>
              <a:gd name="connsiteY17" fmla="*/ 254455 h 546206"/>
              <a:gd name="connsiteX18" fmla="*/ 424667 w 1980551"/>
              <a:gd name="connsiteY18" fmla="*/ 253871 h 546206"/>
              <a:gd name="connsiteX19" fmla="*/ 464769 w 1980551"/>
              <a:gd name="connsiteY19" fmla="*/ 199659 h 546206"/>
              <a:gd name="connsiteX20" fmla="*/ 460448 w 1980551"/>
              <a:gd name="connsiteY20" fmla="*/ 155940 h 546206"/>
              <a:gd name="connsiteX21" fmla="*/ 422544 w 1980551"/>
              <a:gd name="connsiteY21" fmla="*/ 140485 h 546206"/>
              <a:gd name="connsiteX22" fmla="*/ 1910799 w 1980551"/>
              <a:gd name="connsiteY22" fmla="*/ 116378 h 546206"/>
              <a:gd name="connsiteX23" fmla="*/ 1977462 w 1980551"/>
              <a:gd name="connsiteY23" fmla="*/ 177511 h 546206"/>
              <a:gd name="connsiteX24" fmla="*/ 1980551 w 1980551"/>
              <a:gd name="connsiteY24" fmla="*/ 203157 h 546206"/>
              <a:gd name="connsiteX25" fmla="*/ 1980542 w 1980551"/>
              <a:gd name="connsiteY25" fmla="*/ 203157 h 546206"/>
              <a:gd name="connsiteX26" fmla="*/ 1973147 w 1980551"/>
              <a:gd name="connsiteY26" fmla="*/ 252123 h 546206"/>
              <a:gd name="connsiteX27" fmla="*/ 1883075 w 1980551"/>
              <a:gd name="connsiteY27" fmla="*/ 523181 h 546206"/>
              <a:gd name="connsiteX28" fmla="*/ 1761533 w 1980551"/>
              <a:gd name="connsiteY28" fmla="*/ 517934 h 546206"/>
              <a:gd name="connsiteX29" fmla="*/ 1791151 w 1980551"/>
              <a:gd name="connsiteY29" fmla="*/ 408927 h 546206"/>
              <a:gd name="connsiteX30" fmla="*/ 1809039 w 1980551"/>
              <a:gd name="connsiteY30" fmla="*/ 256204 h 546206"/>
              <a:gd name="connsiteX31" fmla="*/ 1769561 w 1980551"/>
              <a:gd name="connsiteY31" fmla="*/ 261450 h 546206"/>
              <a:gd name="connsiteX32" fmla="*/ 1449374 w 1980551"/>
              <a:gd name="connsiteY32" fmla="*/ 521431 h 546206"/>
              <a:gd name="connsiteX33" fmla="*/ 1338334 w 1980551"/>
              <a:gd name="connsiteY33" fmla="*/ 516769 h 546206"/>
              <a:gd name="connsiteX34" fmla="*/ 1337097 w 1980551"/>
              <a:gd name="connsiteY34" fmla="*/ 502195 h 546206"/>
              <a:gd name="connsiteX35" fmla="*/ 1468499 w 1980551"/>
              <a:gd name="connsiteY35" fmla="*/ 148362 h 546206"/>
              <a:gd name="connsiteX36" fmla="*/ 1582635 w 1980551"/>
              <a:gd name="connsiteY36" fmla="*/ 143700 h 546206"/>
              <a:gd name="connsiteX37" fmla="*/ 1619025 w 1980551"/>
              <a:gd name="connsiteY37" fmla="*/ 212485 h 546206"/>
              <a:gd name="connsiteX38" fmla="*/ 1910799 w 1980551"/>
              <a:gd name="connsiteY38" fmla="*/ 116378 h 546206"/>
              <a:gd name="connsiteX39" fmla="*/ 1167615 w 1980551"/>
              <a:gd name="connsiteY39" fmla="*/ 103288 h 546206"/>
              <a:gd name="connsiteX40" fmla="*/ 1276642 w 1980551"/>
              <a:gd name="connsiteY40" fmla="*/ 116302 h 546206"/>
              <a:gd name="connsiteX41" fmla="*/ 1352520 w 1980551"/>
              <a:gd name="connsiteY41" fmla="*/ 202573 h 546206"/>
              <a:gd name="connsiteX42" fmla="*/ 1352520 w 1980551"/>
              <a:gd name="connsiteY42" fmla="*/ 202574 h 546206"/>
              <a:gd name="connsiteX43" fmla="*/ 1283424 w 1980551"/>
              <a:gd name="connsiteY43" fmla="*/ 396104 h 546206"/>
              <a:gd name="connsiteX44" fmla="*/ 1076135 w 1980551"/>
              <a:gd name="connsiteY44" fmla="*/ 534837 h 546206"/>
              <a:gd name="connsiteX45" fmla="*/ 822579 w 1980551"/>
              <a:gd name="connsiteY45" fmla="*/ 413591 h 546206"/>
              <a:gd name="connsiteX46" fmla="*/ 892297 w 1980551"/>
              <a:gd name="connsiteY46" fmla="*/ 239880 h 546206"/>
              <a:gd name="connsiteX47" fmla="*/ 1167615 w 1980551"/>
              <a:gd name="connsiteY47" fmla="*/ 103288 h 546206"/>
              <a:gd name="connsiteX48" fmla="*/ 496231 w 1980551"/>
              <a:gd name="connsiteY48" fmla="*/ 302 h 546206"/>
              <a:gd name="connsiteX49" fmla="*/ 620979 w 1980551"/>
              <a:gd name="connsiteY49" fmla="*/ 145853 h 546206"/>
              <a:gd name="connsiteX50" fmla="*/ 625785 w 1980551"/>
              <a:gd name="connsiteY50" fmla="*/ 212484 h 546206"/>
              <a:gd name="connsiteX51" fmla="*/ 617484 w 1980551"/>
              <a:gd name="connsiteY51" fmla="*/ 264746 h 546206"/>
              <a:gd name="connsiteX52" fmla="*/ 356805 w 1980551"/>
              <a:gd name="connsiteY52" fmla="*/ 359380 h 546206"/>
              <a:gd name="connsiteX53" fmla="*/ 195171 w 1980551"/>
              <a:gd name="connsiteY53" fmla="*/ 355884 h 546206"/>
              <a:gd name="connsiteX54" fmla="*/ 248228 w 1980551"/>
              <a:gd name="connsiteY54" fmla="*/ 440989 h 546206"/>
              <a:gd name="connsiteX55" fmla="*/ 414797 w 1980551"/>
              <a:gd name="connsiteY55" fmla="*/ 417670 h 546206"/>
              <a:gd name="connsiteX56" fmla="*/ 603576 w 1980551"/>
              <a:gd name="connsiteY56" fmla="*/ 468969 h 546206"/>
              <a:gd name="connsiteX57" fmla="*/ 446875 w 1980551"/>
              <a:gd name="connsiteY57" fmla="*/ 537754 h 546206"/>
              <a:gd name="connsiteX58" fmla="*/ 25517 w 1980551"/>
              <a:gd name="connsiteY58" fmla="*/ 251539 h 546206"/>
              <a:gd name="connsiteX59" fmla="*/ 453045 w 1980551"/>
              <a:gd name="connsiteY59" fmla="*/ 6131 h 546206"/>
              <a:gd name="connsiteX60" fmla="*/ 496231 w 1980551"/>
              <a:gd name="connsiteY60" fmla="*/ 302 h 54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980551" h="546206">
                <a:moveTo>
                  <a:pt x="738049" y="247957"/>
                </a:moveTo>
                <a:cubicBezTo>
                  <a:pt x="751303" y="246818"/>
                  <a:pt x="766253" y="248171"/>
                  <a:pt x="783101" y="252123"/>
                </a:cubicBezTo>
                <a:cubicBezTo>
                  <a:pt x="799539" y="257324"/>
                  <a:pt x="803421" y="267613"/>
                  <a:pt x="807161" y="281851"/>
                </a:cubicBezTo>
                <a:cubicBezTo>
                  <a:pt x="793784" y="307306"/>
                  <a:pt x="796773" y="340698"/>
                  <a:pt x="769527" y="359961"/>
                </a:cubicBezTo>
                <a:cubicBezTo>
                  <a:pt x="732267" y="386303"/>
                  <a:pt x="638411" y="386375"/>
                  <a:pt x="659099" y="322656"/>
                </a:cubicBezTo>
                <a:cubicBezTo>
                  <a:pt x="673787" y="277225"/>
                  <a:pt x="698286" y="251375"/>
                  <a:pt x="738049" y="247957"/>
                </a:cubicBezTo>
                <a:close/>
                <a:moveTo>
                  <a:pt x="625785" y="212484"/>
                </a:moveTo>
                <a:lnTo>
                  <a:pt x="625785" y="212485"/>
                </a:lnTo>
                <a:lnTo>
                  <a:pt x="625785" y="212484"/>
                </a:lnTo>
                <a:close/>
                <a:moveTo>
                  <a:pt x="1118702" y="208403"/>
                </a:moveTo>
                <a:cubicBezTo>
                  <a:pt x="1047099" y="208403"/>
                  <a:pt x="1038373" y="302848"/>
                  <a:pt x="1024936" y="353550"/>
                </a:cubicBezTo>
                <a:cubicBezTo>
                  <a:pt x="1021554" y="372712"/>
                  <a:pt x="998853" y="436907"/>
                  <a:pt x="1035421" y="436907"/>
                </a:cubicBezTo>
                <a:cubicBezTo>
                  <a:pt x="1121512" y="453268"/>
                  <a:pt x="1129523" y="364043"/>
                  <a:pt x="1144003" y="304584"/>
                </a:cubicBezTo>
                <a:cubicBezTo>
                  <a:pt x="1149321" y="282710"/>
                  <a:pt x="1159881" y="246011"/>
                  <a:pt x="1155101" y="223559"/>
                </a:cubicBezTo>
                <a:cubicBezTo>
                  <a:pt x="1155101" y="206858"/>
                  <a:pt x="1130457" y="209520"/>
                  <a:pt x="1118702" y="208404"/>
                </a:cubicBezTo>
                <a:close/>
                <a:moveTo>
                  <a:pt x="422544" y="140485"/>
                </a:moveTo>
                <a:cubicBezTo>
                  <a:pt x="364403" y="152951"/>
                  <a:pt x="260427" y="234184"/>
                  <a:pt x="244526" y="249208"/>
                </a:cubicBezTo>
                <a:cubicBezTo>
                  <a:pt x="241865" y="254272"/>
                  <a:pt x="243876" y="252703"/>
                  <a:pt x="247611" y="254455"/>
                </a:cubicBezTo>
                <a:cubicBezTo>
                  <a:pt x="306610" y="254455"/>
                  <a:pt x="365748" y="253871"/>
                  <a:pt x="424667" y="253871"/>
                </a:cubicBezTo>
                <a:cubicBezTo>
                  <a:pt x="463469" y="247819"/>
                  <a:pt x="464769" y="236661"/>
                  <a:pt x="464769" y="199659"/>
                </a:cubicBezTo>
                <a:cubicBezTo>
                  <a:pt x="464769" y="185193"/>
                  <a:pt x="465395" y="169895"/>
                  <a:pt x="460448" y="155940"/>
                </a:cubicBezTo>
                <a:cubicBezTo>
                  <a:pt x="456213" y="139815"/>
                  <a:pt x="441925" y="136330"/>
                  <a:pt x="422544" y="140485"/>
                </a:cubicBezTo>
                <a:close/>
                <a:moveTo>
                  <a:pt x="1910799" y="116378"/>
                </a:moveTo>
                <a:cubicBezTo>
                  <a:pt x="1940083" y="121072"/>
                  <a:pt x="1963808" y="138810"/>
                  <a:pt x="1977462" y="177511"/>
                </a:cubicBezTo>
                <a:cubicBezTo>
                  <a:pt x="1979011" y="186251"/>
                  <a:pt x="1980551" y="194174"/>
                  <a:pt x="1980551" y="203157"/>
                </a:cubicBezTo>
                <a:lnTo>
                  <a:pt x="1980542" y="203157"/>
                </a:lnTo>
                <a:cubicBezTo>
                  <a:pt x="1980542" y="219464"/>
                  <a:pt x="1976924" y="236275"/>
                  <a:pt x="1973147" y="252123"/>
                </a:cubicBezTo>
                <a:cubicBezTo>
                  <a:pt x="1950874" y="345132"/>
                  <a:pt x="1914963" y="433618"/>
                  <a:pt x="1883075" y="523181"/>
                </a:cubicBezTo>
                <a:cubicBezTo>
                  <a:pt x="1853810" y="550829"/>
                  <a:pt x="1792977" y="535774"/>
                  <a:pt x="1761533" y="517934"/>
                </a:cubicBezTo>
                <a:cubicBezTo>
                  <a:pt x="1745808" y="503073"/>
                  <a:pt x="1784907" y="427251"/>
                  <a:pt x="1791151" y="408927"/>
                </a:cubicBezTo>
                <a:cubicBezTo>
                  <a:pt x="1800734" y="380784"/>
                  <a:pt x="1853078" y="277007"/>
                  <a:pt x="1809039" y="256204"/>
                </a:cubicBezTo>
                <a:cubicBezTo>
                  <a:pt x="1794878" y="256204"/>
                  <a:pt x="1783612" y="257956"/>
                  <a:pt x="1769561" y="261450"/>
                </a:cubicBezTo>
                <a:cubicBezTo>
                  <a:pt x="1637780" y="305043"/>
                  <a:pt x="1544241" y="431793"/>
                  <a:pt x="1449374" y="521431"/>
                </a:cubicBezTo>
                <a:cubicBezTo>
                  <a:pt x="1408254" y="540996"/>
                  <a:pt x="1378729" y="535989"/>
                  <a:pt x="1338334" y="516769"/>
                </a:cubicBezTo>
                <a:cubicBezTo>
                  <a:pt x="1334319" y="512983"/>
                  <a:pt x="1336264" y="506965"/>
                  <a:pt x="1337097" y="502195"/>
                </a:cubicBezTo>
                <a:cubicBezTo>
                  <a:pt x="1367664" y="381550"/>
                  <a:pt x="1416012" y="261935"/>
                  <a:pt x="1468499" y="148362"/>
                </a:cubicBezTo>
                <a:cubicBezTo>
                  <a:pt x="1476752" y="125175"/>
                  <a:pt x="1561600" y="133767"/>
                  <a:pt x="1582635" y="143700"/>
                </a:cubicBezTo>
                <a:cubicBezTo>
                  <a:pt x="1582635" y="169383"/>
                  <a:pt x="1579782" y="212485"/>
                  <a:pt x="1619025" y="212485"/>
                </a:cubicBezTo>
                <a:cubicBezTo>
                  <a:pt x="1685071" y="205607"/>
                  <a:pt x="1822948" y="102296"/>
                  <a:pt x="1910799" y="116378"/>
                </a:cubicBezTo>
                <a:close/>
                <a:moveTo>
                  <a:pt x="1167615" y="103288"/>
                </a:moveTo>
                <a:cubicBezTo>
                  <a:pt x="1204734" y="103504"/>
                  <a:pt x="1241814" y="108095"/>
                  <a:pt x="1276642" y="116302"/>
                </a:cubicBezTo>
                <a:cubicBezTo>
                  <a:pt x="1323794" y="132512"/>
                  <a:pt x="1348894" y="154205"/>
                  <a:pt x="1352520" y="202573"/>
                </a:cubicBezTo>
                <a:lnTo>
                  <a:pt x="1352520" y="202574"/>
                </a:lnTo>
                <a:cubicBezTo>
                  <a:pt x="1352520" y="263398"/>
                  <a:pt x="1312410" y="343309"/>
                  <a:pt x="1283424" y="396104"/>
                </a:cubicBezTo>
                <a:cubicBezTo>
                  <a:pt x="1237886" y="479183"/>
                  <a:pt x="1176296" y="528965"/>
                  <a:pt x="1076135" y="534837"/>
                </a:cubicBezTo>
                <a:cubicBezTo>
                  <a:pt x="987612" y="540025"/>
                  <a:pt x="787527" y="554548"/>
                  <a:pt x="822579" y="413591"/>
                </a:cubicBezTo>
                <a:cubicBezTo>
                  <a:pt x="837783" y="352570"/>
                  <a:pt x="871557" y="298807"/>
                  <a:pt x="892297" y="239880"/>
                </a:cubicBezTo>
                <a:cubicBezTo>
                  <a:pt x="944555" y="141356"/>
                  <a:pt x="1056258" y="102639"/>
                  <a:pt x="1167615" y="103288"/>
                </a:cubicBezTo>
                <a:close/>
                <a:moveTo>
                  <a:pt x="496231" y="302"/>
                </a:moveTo>
                <a:cubicBezTo>
                  <a:pt x="578563" y="-5507"/>
                  <a:pt x="610271" y="73564"/>
                  <a:pt x="620979" y="145853"/>
                </a:cubicBezTo>
                <a:lnTo>
                  <a:pt x="625785" y="212484"/>
                </a:lnTo>
                <a:lnTo>
                  <a:pt x="617484" y="264746"/>
                </a:lnTo>
                <a:cubicBezTo>
                  <a:pt x="586877" y="369512"/>
                  <a:pt x="480395" y="359915"/>
                  <a:pt x="356805" y="359380"/>
                </a:cubicBezTo>
                <a:cubicBezTo>
                  <a:pt x="303128" y="359171"/>
                  <a:pt x="248235" y="355884"/>
                  <a:pt x="195171" y="355884"/>
                </a:cubicBezTo>
                <a:cubicBezTo>
                  <a:pt x="175591" y="374648"/>
                  <a:pt x="232280" y="431567"/>
                  <a:pt x="248228" y="440989"/>
                </a:cubicBezTo>
                <a:cubicBezTo>
                  <a:pt x="302667" y="473033"/>
                  <a:pt x="370974" y="459274"/>
                  <a:pt x="414797" y="417670"/>
                </a:cubicBezTo>
                <a:cubicBezTo>
                  <a:pt x="438341" y="417670"/>
                  <a:pt x="691052" y="386460"/>
                  <a:pt x="603576" y="468969"/>
                </a:cubicBezTo>
                <a:cubicBezTo>
                  <a:pt x="561238" y="504563"/>
                  <a:pt x="501337" y="525587"/>
                  <a:pt x="446875" y="537754"/>
                </a:cubicBezTo>
                <a:cubicBezTo>
                  <a:pt x="273588" y="576475"/>
                  <a:pt x="-100733" y="482347"/>
                  <a:pt x="25517" y="251539"/>
                </a:cubicBezTo>
                <a:cubicBezTo>
                  <a:pt x="111822" y="117325"/>
                  <a:pt x="298753" y="43934"/>
                  <a:pt x="453045" y="6131"/>
                </a:cubicBezTo>
                <a:cubicBezTo>
                  <a:pt x="467412" y="3415"/>
                  <a:pt x="481605" y="1326"/>
                  <a:pt x="496231" y="30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800"/>
            </a:lvl1pPr>
            <a:lvl5pPr>
              <a:defRPr/>
            </a:lvl5pPr>
          </a:lstStyle>
          <a:p>
            <a:pPr lvl="0"/>
            <a:r>
              <a:rPr lang="de-D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87819919"/>
      </p:ext>
    </p:extLst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large Im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">
            <a:extLst>
              <a:ext uri="{FF2B5EF4-FFF2-40B4-BE49-F238E27FC236}">
                <a16:creationId xmlns:a16="http://schemas.microsoft.com/office/drawing/2014/main" id="{96537854-3AC1-5D8C-32C0-773FDACAA86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rgbClr val="999999"/>
          </a:solidFill>
        </p:spPr>
        <p:txBody>
          <a:bodyPr tIns="0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5E4262CA-21A9-4E4D-8E7E-5DF8639F2343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79425" y="1448780"/>
            <a:ext cx="11233150" cy="3545586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defRPr sz="15400">
                <a:solidFill>
                  <a:schemeClr val="bg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Closing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6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1FBC18BA-07D1-12C2-80F5-C358D6A587A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7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97D13E98-B776-B804-BDA0-5AA68AC6F5F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8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5B4FB576-C51D-63AF-406B-C62ACA7171D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9364ACD0-A96D-8FE8-D5F2-DC9811F772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2722" y="5891142"/>
            <a:ext cx="1646555" cy="454095"/>
          </a:xfrm>
          <a:custGeom>
            <a:avLst/>
            <a:gdLst>
              <a:gd name="connsiteX0" fmla="*/ 738049 w 1980551"/>
              <a:gd name="connsiteY0" fmla="*/ 247957 h 546206"/>
              <a:gd name="connsiteX1" fmla="*/ 783101 w 1980551"/>
              <a:gd name="connsiteY1" fmla="*/ 252123 h 546206"/>
              <a:gd name="connsiteX2" fmla="*/ 807161 w 1980551"/>
              <a:gd name="connsiteY2" fmla="*/ 281851 h 546206"/>
              <a:gd name="connsiteX3" fmla="*/ 769527 w 1980551"/>
              <a:gd name="connsiteY3" fmla="*/ 359961 h 546206"/>
              <a:gd name="connsiteX4" fmla="*/ 659099 w 1980551"/>
              <a:gd name="connsiteY4" fmla="*/ 322656 h 546206"/>
              <a:gd name="connsiteX5" fmla="*/ 738049 w 1980551"/>
              <a:gd name="connsiteY5" fmla="*/ 247957 h 546206"/>
              <a:gd name="connsiteX6" fmla="*/ 625785 w 1980551"/>
              <a:gd name="connsiteY6" fmla="*/ 212484 h 546206"/>
              <a:gd name="connsiteX7" fmla="*/ 625785 w 1980551"/>
              <a:gd name="connsiteY7" fmla="*/ 212485 h 546206"/>
              <a:gd name="connsiteX8" fmla="*/ 625785 w 1980551"/>
              <a:gd name="connsiteY8" fmla="*/ 212484 h 546206"/>
              <a:gd name="connsiteX9" fmla="*/ 1118702 w 1980551"/>
              <a:gd name="connsiteY9" fmla="*/ 208403 h 546206"/>
              <a:gd name="connsiteX10" fmla="*/ 1024936 w 1980551"/>
              <a:gd name="connsiteY10" fmla="*/ 353550 h 546206"/>
              <a:gd name="connsiteX11" fmla="*/ 1035421 w 1980551"/>
              <a:gd name="connsiteY11" fmla="*/ 436907 h 546206"/>
              <a:gd name="connsiteX12" fmla="*/ 1144003 w 1980551"/>
              <a:gd name="connsiteY12" fmla="*/ 304584 h 546206"/>
              <a:gd name="connsiteX13" fmla="*/ 1155101 w 1980551"/>
              <a:gd name="connsiteY13" fmla="*/ 223559 h 546206"/>
              <a:gd name="connsiteX14" fmla="*/ 1118702 w 1980551"/>
              <a:gd name="connsiteY14" fmla="*/ 208404 h 546206"/>
              <a:gd name="connsiteX15" fmla="*/ 422544 w 1980551"/>
              <a:gd name="connsiteY15" fmla="*/ 140485 h 546206"/>
              <a:gd name="connsiteX16" fmla="*/ 244526 w 1980551"/>
              <a:gd name="connsiteY16" fmla="*/ 249208 h 546206"/>
              <a:gd name="connsiteX17" fmla="*/ 247611 w 1980551"/>
              <a:gd name="connsiteY17" fmla="*/ 254455 h 546206"/>
              <a:gd name="connsiteX18" fmla="*/ 424667 w 1980551"/>
              <a:gd name="connsiteY18" fmla="*/ 253871 h 546206"/>
              <a:gd name="connsiteX19" fmla="*/ 464769 w 1980551"/>
              <a:gd name="connsiteY19" fmla="*/ 199659 h 546206"/>
              <a:gd name="connsiteX20" fmla="*/ 460448 w 1980551"/>
              <a:gd name="connsiteY20" fmla="*/ 155940 h 546206"/>
              <a:gd name="connsiteX21" fmla="*/ 422544 w 1980551"/>
              <a:gd name="connsiteY21" fmla="*/ 140485 h 546206"/>
              <a:gd name="connsiteX22" fmla="*/ 1910799 w 1980551"/>
              <a:gd name="connsiteY22" fmla="*/ 116378 h 546206"/>
              <a:gd name="connsiteX23" fmla="*/ 1977462 w 1980551"/>
              <a:gd name="connsiteY23" fmla="*/ 177511 h 546206"/>
              <a:gd name="connsiteX24" fmla="*/ 1980551 w 1980551"/>
              <a:gd name="connsiteY24" fmla="*/ 203157 h 546206"/>
              <a:gd name="connsiteX25" fmla="*/ 1980542 w 1980551"/>
              <a:gd name="connsiteY25" fmla="*/ 203157 h 546206"/>
              <a:gd name="connsiteX26" fmla="*/ 1973147 w 1980551"/>
              <a:gd name="connsiteY26" fmla="*/ 252123 h 546206"/>
              <a:gd name="connsiteX27" fmla="*/ 1883075 w 1980551"/>
              <a:gd name="connsiteY27" fmla="*/ 523181 h 546206"/>
              <a:gd name="connsiteX28" fmla="*/ 1761533 w 1980551"/>
              <a:gd name="connsiteY28" fmla="*/ 517934 h 546206"/>
              <a:gd name="connsiteX29" fmla="*/ 1791151 w 1980551"/>
              <a:gd name="connsiteY29" fmla="*/ 408927 h 546206"/>
              <a:gd name="connsiteX30" fmla="*/ 1809039 w 1980551"/>
              <a:gd name="connsiteY30" fmla="*/ 256204 h 546206"/>
              <a:gd name="connsiteX31" fmla="*/ 1769561 w 1980551"/>
              <a:gd name="connsiteY31" fmla="*/ 261450 h 546206"/>
              <a:gd name="connsiteX32" fmla="*/ 1449374 w 1980551"/>
              <a:gd name="connsiteY32" fmla="*/ 521431 h 546206"/>
              <a:gd name="connsiteX33" fmla="*/ 1338334 w 1980551"/>
              <a:gd name="connsiteY33" fmla="*/ 516769 h 546206"/>
              <a:gd name="connsiteX34" fmla="*/ 1337097 w 1980551"/>
              <a:gd name="connsiteY34" fmla="*/ 502195 h 546206"/>
              <a:gd name="connsiteX35" fmla="*/ 1468499 w 1980551"/>
              <a:gd name="connsiteY35" fmla="*/ 148362 h 546206"/>
              <a:gd name="connsiteX36" fmla="*/ 1582635 w 1980551"/>
              <a:gd name="connsiteY36" fmla="*/ 143700 h 546206"/>
              <a:gd name="connsiteX37" fmla="*/ 1619025 w 1980551"/>
              <a:gd name="connsiteY37" fmla="*/ 212485 h 546206"/>
              <a:gd name="connsiteX38" fmla="*/ 1910799 w 1980551"/>
              <a:gd name="connsiteY38" fmla="*/ 116378 h 546206"/>
              <a:gd name="connsiteX39" fmla="*/ 1167615 w 1980551"/>
              <a:gd name="connsiteY39" fmla="*/ 103288 h 546206"/>
              <a:gd name="connsiteX40" fmla="*/ 1276642 w 1980551"/>
              <a:gd name="connsiteY40" fmla="*/ 116302 h 546206"/>
              <a:gd name="connsiteX41" fmla="*/ 1352520 w 1980551"/>
              <a:gd name="connsiteY41" fmla="*/ 202573 h 546206"/>
              <a:gd name="connsiteX42" fmla="*/ 1352520 w 1980551"/>
              <a:gd name="connsiteY42" fmla="*/ 202574 h 546206"/>
              <a:gd name="connsiteX43" fmla="*/ 1283424 w 1980551"/>
              <a:gd name="connsiteY43" fmla="*/ 396104 h 546206"/>
              <a:gd name="connsiteX44" fmla="*/ 1076135 w 1980551"/>
              <a:gd name="connsiteY44" fmla="*/ 534837 h 546206"/>
              <a:gd name="connsiteX45" fmla="*/ 822579 w 1980551"/>
              <a:gd name="connsiteY45" fmla="*/ 413591 h 546206"/>
              <a:gd name="connsiteX46" fmla="*/ 892297 w 1980551"/>
              <a:gd name="connsiteY46" fmla="*/ 239880 h 546206"/>
              <a:gd name="connsiteX47" fmla="*/ 1167615 w 1980551"/>
              <a:gd name="connsiteY47" fmla="*/ 103288 h 546206"/>
              <a:gd name="connsiteX48" fmla="*/ 496231 w 1980551"/>
              <a:gd name="connsiteY48" fmla="*/ 302 h 546206"/>
              <a:gd name="connsiteX49" fmla="*/ 620979 w 1980551"/>
              <a:gd name="connsiteY49" fmla="*/ 145853 h 546206"/>
              <a:gd name="connsiteX50" fmla="*/ 625785 w 1980551"/>
              <a:gd name="connsiteY50" fmla="*/ 212484 h 546206"/>
              <a:gd name="connsiteX51" fmla="*/ 617484 w 1980551"/>
              <a:gd name="connsiteY51" fmla="*/ 264746 h 546206"/>
              <a:gd name="connsiteX52" fmla="*/ 356805 w 1980551"/>
              <a:gd name="connsiteY52" fmla="*/ 359380 h 546206"/>
              <a:gd name="connsiteX53" fmla="*/ 195171 w 1980551"/>
              <a:gd name="connsiteY53" fmla="*/ 355884 h 546206"/>
              <a:gd name="connsiteX54" fmla="*/ 248228 w 1980551"/>
              <a:gd name="connsiteY54" fmla="*/ 440989 h 546206"/>
              <a:gd name="connsiteX55" fmla="*/ 414797 w 1980551"/>
              <a:gd name="connsiteY55" fmla="*/ 417670 h 546206"/>
              <a:gd name="connsiteX56" fmla="*/ 603576 w 1980551"/>
              <a:gd name="connsiteY56" fmla="*/ 468969 h 546206"/>
              <a:gd name="connsiteX57" fmla="*/ 446875 w 1980551"/>
              <a:gd name="connsiteY57" fmla="*/ 537754 h 546206"/>
              <a:gd name="connsiteX58" fmla="*/ 25517 w 1980551"/>
              <a:gd name="connsiteY58" fmla="*/ 251539 h 546206"/>
              <a:gd name="connsiteX59" fmla="*/ 453045 w 1980551"/>
              <a:gd name="connsiteY59" fmla="*/ 6131 h 546206"/>
              <a:gd name="connsiteX60" fmla="*/ 496231 w 1980551"/>
              <a:gd name="connsiteY60" fmla="*/ 302 h 546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980551" h="546206">
                <a:moveTo>
                  <a:pt x="738049" y="247957"/>
                </a:moveTo>
                <a:cubicBezTo>
                  <a:pt x="751303" y="246818"/>
                  <a:pt x="766253" y="248171"/>
                  <a:pt x="783101" y="252123"/>
                </a:cubicBezTo>
                <a:cubicBezTo>
                  <a:pt x="799539" y="257324"/>
                  <a:pt x="803421" y="267613"/>
                  <a:pt x="807161" y="281851"/>
                </a:cubicBezTo>
                <a:cubicBezTo>
                  <a:pt x="793784" y="307306"/>
                  <a:pt x="796773" y="340698"/>
                  <a:pt x="769527" y="359961"/>
                </a:cubicBezTo>
                <a:cubicBezTo>
                  <a:pt x="732267" y="386303"/>
                  <a:pt x="638411" y="386375"/>
                  <a:pt x="659099" y="322656"/>
                </a:cubicBezTo>
                <a:cubicBezTo>
                  <a:pt x="673787" y="277225"/>
                  <a:pt x="698286" y="251375"/>
                  <a:pt x="738049" y="247957"/>
                </a:cubicBezTo>
                <a:close/>
                <a:moveTo>
                  <a:pt x="625785" y="212484"/>
                </a:moveTo>
                <a:lnTo>
                  <a:pt x="625785" y="212485"/>
                </a:lnTo>
                <a:lnTo>
                  <a:pt x="625785" y="212484"/>
                </a:lnTo>
                <a:close/>
                <a:moveTo>
                  <a:pt x="1118702" y="208403"/>
                </a:moveTo>
                <a:cubicBezTo>
                  <a:pt x="1047099" y="208403"/>
                  <a:pt x="1038373" y="302848"/>
                  <a:pt x="1024936" y="353550"/>
                </a:cubicBezTo>
                <a:cubicBezTo>
                  <a:pt x="1021554" y="372712"/>
                  <a:pt x="998853" y="436907"/>
                  <a:pt x="1035421" y="436907"/>
                </a:cubicBezTo>
                <a:cubicBezTo>
                  <a:pt x="1121512" y="453268"/>
                  <a:pt x="1129523" y="364043"/>
                  <a:pt x="1144003" y="304584"/>
                </a:cubicBezTo>
                <a:cubicBezTo>
                  <a:pt x="1149321" y="282710"/>
                  <a:pt x="1159881" y="246011"/>
                  <a:pt x="1155101" y="223559"/>
                </a:cubicBezTo>
                <a:cubicBezTo>
                  <a:pt x="1155101" y="206858"/>
                  <a:pt x="1130457" y="209520"/>
                  <a:pt x="1118702" y="208404"/>
                </a:cubicBezTo>
                <a:close/>
                <a:moveTo>
                  <a:pt x="422544" y="140485"/>
                </a:moveTo>
                <a:cubicBezTo>
                  <a:pt x="364403" y="152951"/>
                  <a:pt x="260427" y="234184"/>
                  <a:pt x="244526" y="249208"/>
                </a:cubicBezTo>
                <a:cubicBezTo>
                  <a:pt x="241865" y="254272"/>
                  <a:pt x="243876" y="252703"/>
                  <a:pt x="247611" y="254455"/>
                </a:cubicBezTo>
                <a:cubicBezTo>
                  <a:pt x="306610" y="254455"/>
                  <a:pt x="365748" y="253871"/>
                  <a:pt x="424667" y="253871"/>
                </a:cubicBezTo>
                <a:cubicBezTo>
                  <a:pt x="463469" y="247819"/>
                  <a:pt x="464769" y="236661"/>
                  <a:pt x="464769" y="199659"/>
                </a:cubicBezTo>
                <a:cubicBezTo>
                  <a:pt x="464769" y="185193"/>
                  <a:pt x="465395" y="169895"/>
                  <a:pt x="460448" y="155940"/>
                </a:cubicBezTo>
                <a:cubicBezTo>
                  <a:pt x="456213" y="139815"/>
                  <a:pt x="441925" y="136330"/>
                  <a:pt x="422544" y="140485"/>
                </a:cubicBezTo>
                <a:close/>
                <a:moveTo>
                  <a:pt x="1910799" y="116378"/>
                </a:moveTo>
                <a:cubicBezTo>
                  <a:pt x="1940083" y="121072"/>
                  <a:pt x="1963808" y="138810"/>
                  <a:pt x="1977462" y="177511"/>
                </a:cubicBezTo>
                <a:cubicBezTo>
                  <a:pt x="1979011" y="186251"/>
                  <a:pt x="1980551" y="194174"/>
                  <a:pt x="1980551" y="203157"/>
                </a:cubicBezTo>
                <a:lnTo>
                  <a:pt x="1980542" y="203157"/>
                </a:lnTo>
                <a:cubicBezTo>
                  <a:pt x="1980542" y="219464"/>
                  <a:pt x="1976924" y="236275"/>
                  <a:pt x="1973147" y="252123"/>
                </a:cubicBezTo>
                <a:cubicBezTo>
                  <a:pt x="1950874" y="345132"/>
                  <a:pt x="1914963" y="433618"/>
                  <a:pt x="1883075" y="523181"/>
                </a:cubicBezTo>
                <a:cubicBezTo>
                  <a:pt x="1853810" y="550829"/>
                  <a:pt x="1792977" y="535774"/>
                  <a:pt x="1761533" y="517934"/>
                </a:cubicBezTo>
                <a:cubicBezTo>
                  <a:pt x="1745808" y="503073"/>
                  <a:pt x="1784907" y="427251"/>
                  <a:pt x="1791151" y="408927"/>
                </a:cubicBezTo>
                <a:cubicBezTo>
                  <a:pt x="1800734" y="380784"/>
                  <a:pt x="1853078" y="277007"/>
                  <a:pt x="1809039" y="256204"/>
                </a:cubicBezTo>
                <a:cubicBezTo>
                  <a:pt x="1794878" y="256204"/>
                  <a:pt x="1783612" y="257956"/>
                  <a:pt x="1769561" y="261450"/>
                </a:cubicBezTo>
                <a:cubicBezTo>
                  <a:pt x="1637780" y="305043"/>
                  <a:pt x="1544241" y="431793"/>
                  <a:pt x="1449374" y="521431"/>
                </a:cubicBezTo>
                <a:cubicBezTo>
                  <a:pt x="1408254" y="540996"/>
                  <a:pt x="1378729" y="535989"/>
                  <a:pt x="1338334" y="516769"/>
                </a:cubicBezTo>
                <a:cubicBezTo>
                  <a:pt x="1334319" y="512983"/>
                  <a:pt x="1336264" y="506965"/>
                  <a:pt x="1337097" y="502195"/>
                </a:cubicBezTo>
                <a:cubicBezTo>
                  <a:pt x="1367664" y="381550"/>
                  <a:pt x="1416012" y="261935"/>
                  <a:pt x="1468499" y="148362"/>
                </a:cubicBezTo>
                <a:cubicBezTo>
                  <a:pt x="1476752" y="125175"/>
                  <a:pt x="1561600" y="133767"/>
                  <a:pt x="1582635" y="143700"/>
                </a:cubicBezTo>
                <a:cubicBezTo>
                  <a:pt x="1582635" y="169383"/>
                  <a:pt x="1579782" y="212485"/>
                  <a:pt x="1619025" y="212485"/>
                </a:cubicBezTo>
                <a:cubicBezTo>
                  <a:pt x="1685071" y="205607"/>
                  <a:pt x="1822948" y="102296"/>
                  <a:pt x="1910799" y="116378"/>
                </a:cubicBezTo>
                <a:close/>
                <a:moveTo>
                  <a:pt x="1167615" y="103288"/>
                </a:moveTo>
                <a:cubicBezTo>
                  <a:pt x="1204734" y="103504"/>
                  <a:pt x="1241814" y="108095"/>
                  <a:pt x="1276642" y="116302"/>
                </a:cubicBezTo>
                <a:cubicBezTo>
                  <a:pt x="1323794" y="132512"/>
                  <a:pt x="1348894" y="154205"/>
                  <a:pt x="1352520" y="202573"/>
                </a:cubicBezTo>
                <a:lnTo>
                  <a:pt x="1352520" y="202574"/>
                </a:lnTo>
                <a:cubicBezTo>
                  <a:pt x="1352520" y="263398"/>
                  <a:pt x="1312410" y="343309"/>
                  <a:pt x="1283424" y="396104"/>
                </a:cubicBezTo>
                <a:cubicBezTo>
                  <a:pt x="1237886" y="479183"/>
                  <a:pt x="1176296" y="528965"/>
                  <a:pt x="1076135" y="534837"/>
                </a:cubicBezTo>
                <a:cubicBezTo>
                  <a:pt x="987612" y="540025"/>
                  <a:pt x="787527" y="554548"/>
                  <a:pt x="822579" y="413591"/>
                </a:cubicBezTo>
                <a:cubicBezTo>
                  <a:pt x="837783" y="352570"/>
                  <a:pt x="871557" y="298807"/>
                  <a:pt x="892297" y="239880"/>
                </a:cubicBezTo>
                <a:cubicBezTo>
                  <a:pt x="944555" y="141356"/>
                  <a:pt x="1056258" y="102639"/>
                  <a:pt x="1167615" y="103288"/>
                </a:cubicBezTo>
                <a:close/>
                <a:moveTo>
                  <a:pt x="496231" y="302"/>
                </a:moveTo>
                <a:cubicBezTo>
                  <a:pt x="578563" y="-5507"/>
                  <a:pt x="610271" y="73564"/>
                  <a:pt x="620979" y="145853"/>
                </a:cubicBezTo>
                <a:lnTo>
                  <a:pt x="625785" y="212484"/>
                </a:lnTo>
                <a:lnTo>
                  <a:pt x="617484" y="264746"/>
                </a:lnTo>
                <a:cubicBezTo>
                  <a:pt x="586877" y="369512"/>
                  <a:pt x="480395" y="359915"/>
                  <a:pt x="356805" y="359380"/>
                </a:cubicBezTo>
                <a:cubicBezTo>
                  <a:pt x="303128" y="359171"/>
                  <a:pt x="248235" y="355884"/>
                  <a:pt x="195171" y="355884"/>
                </a:cubicBezTo>
                <a:cubicBezTo>
                  <a:pt x="175591" y="374648"/>
                  <a:pt x="232280" y="431567"/>
                  <a:pt x="248228" y="440989"/>
                </a:cubicBezTo>
                <a:cubicBezTo>
                  <a:pt x="302667" y="473033"/>
                  <a:pt x="370974" y="459274"/>
                  <a:pt x="414797" y="417670"/>
                </a:cubicBezTo>
                <a:cubicBezTo>
                  <a:pt x="438341" y="417670"/>
                  <a:pt x="691052" y="386460"/>
                  <a:pt x="603576" y="468969"/>
                </a:cubicBezTo>
                <a:cubicBezTo>
                  <a:pt x="561238" y="504563"/>
                  <a:pt x="501337" y="525587"/>
                  <a:pt x="446875" y="537754"/>
                </a:cubicBezTo>
                <a:cubicBezTo>
                  <a:pt x="273588" y="576475"/>
                  <a:pt x="-100733" y="482347"/>
                  <a:pt x="25517" y="251539"/>
                </a:cubicBezTo>
                <a:cubicBezTo>
                  <a:pt x="111822" y="117325"/>
                  <a:pt x="298753" y="43934"/>
                  <a:pt x="453045" y="6131"/>
                </a:cubicBezTo>
                <a:cubicBezTo>
                  <a:pt x="467412" y="3415"/>
                  <a:pt x="481605" y="1326"/>
                  <a:pt x="496231" y="30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800"/>
            </a:lvl1pPr>
            <a:lvl5pPr>
              <a:defRPr/>
            </a:lvl5pPr>
          </a:lstStyle>
          <a:p>
            <a:pPr lvl="0"/>
            <a:r>
              <a:rPr lang="de-D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15237936"/>
      </p:ext>
    </p:extLst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89DC9A-FBE8-D440-F9E1-B90DCE3E7EC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C25F2DB8-05D3-784A-98E0-7A06DBBA287E}" type="datetime1">
              <a:rPr lang="de-DE" smtClean="0"/>
              <a:t>01.02.2026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627D1-B40C-E389-8DD5-0DD1E92EA48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r>
              <a:rPr lang="de-DE"/>
              <a:t>New E.ON PowerPoint Master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5A4D41-9BDD-B66B-9FB7-CE532CA1E3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2192000" y="6858000"/>
            <a:ext cx="0" cy="0"/>
          </a:xfrm>
        </p:spPr>
        <p:txBody>
          <a:bodyPr anchor="b"/>
          <a:lstStyle>
            <a:lvl1pPr algn="r">
              <a:defRPr sz="100">
                <a:noFill/>
              </a:defRPr>
            </a:lvl1pPr>
          </a:lstStyle>
          <a:p>
            <a:fld id="{01FFFE70-FC19-4A94-9D10-0B3C8E890CB2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7" name="Image">
            <a:extLst>
              <a:ext uri="{FF2B5EF4-FFF2-40B4-BE49-F238E27FC236}">
                <a16:creationId xmlns:a16="http://schemas.microsoft.com/office/drawing/2014/main" id="{3A04AC39-7148-C419-6962-E080928AA6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0"/>
            <a:ext cx="7620000" cy="6858000"/>
          </a:xfrm>
          <a:solidFill>
            <a:srgbClr val="999999"/>
          </a:solidFill>
        </p:spPr>
        <p:txBody>
          <a:bodyPr tIns="0"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9" name="Contact information">
            <a:extLst>
              <a:ext uri="{FF2B5EF4-FFF2-40B4-BE49-F238E27FC236}">
                <a16:creationId xmlns:a16="http://schemas.microsoft.com/office/drawing/2014/main" id="{711219D6-CE9D-0F40-A923-24FB0FE24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000" y="3212976"/>
            <a:ext cx="3528000" cy="235385"/>
          </a:xfrm>
        </p:spPr>
        <p:txBody>
          <a:bodyPr>
            <a:noAutofit/>
          </a:bodyPr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contact</a:t>
            </a:r>
            <a:r>
              <a:rPr lang="de-DE" dirty="0"/>
              <a:t> Information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33495D4A-F00D-763A-E57E-AF2EFD0C60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2865600"/>
            <a:ext cx="3528000" cy="302647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Edit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9906940-4A55-7491-73FA-F7C757B94F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512763"/>
            <a:ext cx="3528000" cy="2243691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5400">
                <a:solidFill>
                  <a:schemeClr val="accent1"/>
                </a:solidFill>
                <a:latin typeface="EON Office Head" pitchFamily="2" charset="0"/>
                <a:cs typeface="EON Office Head" pitchFamily="2" charset="0"/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closing</a:t>
            </a:r>
            <a:r>
              <a:rPr lang="de-DE" dirty="0"/>
              <a:t> </a:t>
            </a:r>
            <a:r>
              <a:rPr lang="de-DE" dirty="0" err="1"/>
              <a:t>statement</a:t>
            </a:r>
            <a:endParaRPr lang="de-DE" dirty="0"/>
          </a:p>
        </p:txBody>
      </p:sp>
      <p:pic>
        <p:nvPicPr>
          <p:cNvPr id="10" name="MIO_AGENDA_LAST_SLIDE" descr="Schließen mit einfarbiger Füllung" hidden="1">
            <a:extLst>
              <a:ext uri="{FF2B5EF4-FFF2-40B4-BE49-F238E27FC236}">
                <a16:creationId xmlns:a16="http://schemas.microsoft.com/office/drawing/2014/main" id="{B448BCEC-C644-97C8-EDFE-A5318AB3EA7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1" name="MIO_AGENDA_IGNORE_CHAPTER_REFERENCE" descr="Schließen mit einfarbiger Füllung" hidden="1">
            <a:extLst>
              <a:ext uri="{FF2B5EF4-FFF2-40B4-BE49-F238E27FC236}">
                <a16:creationId xmlns:a16="http://schemas.microsoft.com/office/drawing/2014/main" id="{B00E2E16-40EB-598C-C85E-F2E8A9EE055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pic>
        <p:nvPicPr>
          <p:cNvPr id="12" name="MIO_AGENDA_IGNORE_NAVIGATION" descr="Schließen mit einfarbiger Füllung" hidden="1">
            <a:extLst>
              <a:ext uri="{FF2B5EF4-FFF2-40B4-BE49-F238E27FC236}">
                <a16:creationId xmlns:a16="http://schemas.microsoft.com/office/drawing/2014/main" id="{D64DA533-F61A-5EEF-7809-39495E4A5F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12000" y="0"/>
            <a:ext cx="180000" cy="180000"/>
          </a:xfrm>
          <a:prstGeom prst="rect">
            <a:avLst/>
          </a:prstGeom>
        </p:spPr>
      </p:pic>
      <p:sp>
        <p:nvSpPr>
          <p:cNvPr id="16" name="E.ON Logo">
            <a:extLst>
              <a:ext uri="{FF2B5EF4-FFF2-40B4-BE49-F238E27FC236}">
                <a16:creationId xmlns:a16="http://schemas.microsoft.com/office/drawing/2014/main" id="{987A17B9-31C0-7037-5B47-DBECF4F8697D}"/>
              </a:ext>
            </a:extLst>
          </p:cNvPr>
          <p:cNvSpPr/>
          <p:nvPr userDrawn="1"/>
        </p:nvSpPr>
        <p:spPr>
          <a:xfrm>
            <a:off x="479425" y="5891141"/>
            <a:ext cx="1646555" cy="454095"/>
          </a:xfrm>
          <a:custGeom>
            <a:avLst/>
            <a:gdLst>
              <a:gd name="connsiteX0" fmla="*/ 1202810 w 1761324"/>
              <a:gd name="connsiteY0" fmla="*/ 180152 h 485747"/>
              <a:gd name="connsiteX1" fmla="*/ 1141362 w 1761324"/>
              <a:gd name="connsiteY1" fmla="*/ 352260 h 485747"/>
              <a:gd name="connsiteX2" fmla="*/ 957018 w 1761324"/>
              <a:gd name="connsiteY2" fmla="*/ 475637 h 485747"/>
              <a:gd name="connsiteX3" fmla="*/ 731528 w 1761324"/>
              <a:gd name="connsiteY3" fmla="*/ 367812 h 485747"/>
              <a:gd name="connsiteX4" fmla="*/ 793529 w 1761324"/>
              <a:gd name="connsiteY4" fmla="*/ 213329 h 485747"/>
              <a:gd name="connsiteX5" fmla="*/ 1135331 w 1761324"/>
              <a:gd name="connsiteY5" fmla="*/ 103429 h 485747"/>
              <a:gd name="connsiteX6" fmla="*/ 1202810 w 1761324"/>
              <a:gd name="connsiteY6" fmla="*/ 180151 h 485747"/>
              <a:gd name="connsiteX7" fmla="*/ 1202810 w 1761324"/>
              <a:gd name="connsiteY7" fmla="*/ 180152 h 485747"/>
              <a:gd name="connsiteX8" fmla="*/ 994873 w 1761324"/>
              <a:gd name="connsiteY8" fmla="*/ 185336 h 485747"/>
              <a:gd name="connsiteX9" fmla="*/ 911486 w 1761324"/>
              <a:gd name="connsiteY9" fmla="*/ 314417 h 485747"/>
              <a:gd name="connsiteX10" fmla="*/ 920810 w 1761324"/>
              <a:gd name="connsiteY10" fmla="*/ 388547 h 485747"/>
              <a:gd name="connsiteX11" fmla="*/ 1017374 w 1761324"/>
              <a:gd name="connsiteY11" fmla="*/ 270871 h 485747"/>
              <a:gd name="connsiteX12" fmla="*/ 1027243 w 1761324"/>
              <a:gd name="connsiteY12" fmla="*/ 198814 h 485747"/>
              <a:gd name="connsiteX13" fmla="*/ 994873 w 1761324"/>
              <a:gd name="connsiteY13" fmla="*/ 185337 h 485747"/>
              <a:gd name="connsiteX14" fmla="*/ 994873 w 1761324"/>
              <a:gd name="connsiteY14" fmla="*/ 185336 h 485747"/>
              <a:gd name="connsiteX15" fmla="*/ 556517 w 1761324"/>
              <a:gd name="connsiteY15" fmla="*/ 188965 h 485747"/>
              <a:gd name="connsiteX16" fmla="*/ 317310 w 1761324"/>
              <a:gd name="connsiteY16" fmla="*/ 319601 h 485747"/>
              <a:gd name="connsiteX17" fmla="*/ 173567 w 1761324"/>
              <a:gd name="connsiteY17" fmla="*/ 316492 h 485747"/>
              <a:gd name="connsiteX18" fmla="*/ 220751 w 1761324"/>
              <a:gd name="connsiteY18" fmla="*/ 392177 h 485747"/>
              <a:gd name="connsiteX19" fmla="*/ 368883 w 1761324"/>
              <a:gd name="connsiteY19" fmla="*/ 371439 h 485747"/>
              <a:gd name="connsiteX20" fmla="*/ 536766 w 1761324"/>
              <a:gd name="connsiteY20" fmla="*/ 417060 h 485747"/>
              <a:gd name="connsiteX21" fmla="*/ 397410 w 1761324"/>
              <a:gd name="connsiteY21" fmla="*/ 478231 h 485747"/>
              <a:gd name="connsiteX22" fmla="*/ 22692 w 1761324"/>
              <a:gd name="connsiteY22" fmla="*/ 223697 h 485747"/>
              <a:gd name="connsiteX23" fmla="*/ 402897 w 1761324"/>
              <a:gd name="connsiteY23" fmla="*/ 5453 h 485747"/>
              <a:gd name="connsiteX24" fmla="*/ 441303 w 1761324"/>
              <a:gd name="connsiteY24" fmla="*/ 269 h 485747"/>
              <a:gd name="connsiteX25" fmla="*/ 556517 w 1761324"/>
              <a:gd name="connsiteY25" fmla="*/ 188966 h 485747"/>
              <a:gd name="connsiteX26" fmla="*/ 556517 w 1761324"/>
              <a:gd name="connsiteY26" fmla="*/ 188965 h 485747"/>
              <a:gd name="connsiteX27" fmla="*/ 413323 w 1761324"/>
              <a:gd name="connsiteY27" fmla="*/ 177560 h 485747"/>
              <a:gd name="connsiteX28" fmla="*/ 409481 w 1761324"/>
              <a:gd name="connsiteY28" fmla="*/ 138680 h 485747"/>
              <a:gd name="connsiteX29" fmla="*/ 217459 w 1761324"/>
              <a:gd name="connsiteY29" fmla="*/ 221624 h 485747"/>
              <a:gd name="connsiteX30" fmla="*/ 220202 w 1761324"/>
              <a:gd name="connsiteY30" fmla="*/ 226290 h 485747"/>
              <a:gd name="connsiteX31" fmla="*/ 377660 w 1761324"/>
              <a:gd name="connsiteY31" fmla="*/ 225771 h 485747"/>
              <a:gd name="connsiteX32" fmla="*/ 413323 w 1761324"/>
              <a:gd name="connsiteY32" fmla="*/ 177560 h 485747"/>
              <a:gd name="connsiteX33" fmla="*/ 413323 w 1761324"/>
              <a:gd name="connsiteY33" fmla="*/ 177560 h 485747"/>
              <a:gd name="connsiteX34" fmla="*/ 717816 w 1761324"/>
              <a:gd name="connsiteY34" fmla="*/ 250654 h 485747"/>
              <a:gd name="connsiteX35" fmla="*/ 684348 w 1761324"/>
              <a:gd name="connsiteY35" fmla="*/ 320118 h 485747"/>
              <a:gd name="connsiteX36" fmla="*/ 586143 w 1761324"/>
              <a:gd name="connsiteY36" fmla="*/ 286942 h 485747"/>
              <a:gd name="connsiteX37" fmla="*/ 696419 w 1761324"/>
              <a:gd name="connsiteY37" fmla="*/ 224216 h 485747"/>
              <a:gd name="connsiteX38" fmla="*/ 717816 w 1761324"/>
              <a:gd name="connsiteY38" fmla="*/ 250654 h 485747"/>
              <a:gd name="connsiteX39" fmla="*/ 717816 w 1761324"/>
              <a:gd name="connsiteY39" fmla="*/ 250654 h 485747"/>
              <a:gd name="connsiteX40" fmla="*/ 1761317 w 1761324"/>
              <a:gd name="connsiteY40" fmla="*/ 180670 h 485747"/>
              <a:gd name="connsiteX41" fmla="*/ 1754740 w 1761324"/>
              <a:gd name="connsiteY41" fmla="*/ 224216 h 485747"/>
              <a:gd name="connsiteX42" fmla="*/ 1674638 w 1761324"/>
              <a:gd name="connsiteY42" fmla="*/ 465271 h 485747"/>
              <a:gd name="connsiteX43" fmla="*/ 1566550 w 1761324"/>
              <a:gd name="connsiteY43" fmla="*/ 460605 h 485747"/>
              <a:gd name="connsiteX44" fmla="*/ 1592889 w 1761324"/>
              <a:gd name="connsiteY44" fmla="*/ 363664 h 485747"/>
              <a:gd name="connsiteX45" fmla="*/ 1608797 w 1761324"/>
              <a:gd name="connsiteY45" fmla="*/ 227846 h 485747"/>
              <a:gd name="connsiteX46" fmla="*/ 1573689 w 1761324"/>
              <a:gd name="connsiteY46" fmla="*/ 232511 h 485747"/>
              <a:gd name="connsiteX47" fmla="*/ 1288943 w 1761324"/>
              <a:gd name="connsiteY47" fmla="*/ 463715 h 485747"/>
              <a:gd name="connsiteX48" fmla="*/ 1190194 w 1761324"/>
              <a:gd name="connsiteY48" fmla="*/ 459569 h 485747"/>
              <a:gd name="connsiteX49" fmla="*/ 1189094 w 1761324"/>
              <a:gd name="connsiteY49" fmla="*/ 446608 h 485747"/>
              <a:gd name="connsiteX50" fmla="*/ 1305951 w 1761324"/>
              <a:gd name="connsiteY50" fmla="*/ 131941 h 485747"/>
              <a:gd name="connsiteX51" fmla="*/ 1407454 w 1761324"/>
              <a:gd name="connsiteY51" fmla="*/ 127795 h 485747"/>
              <a:gd name="connsiteX52" fmla="*/ 1439816 w 1761324"/>
              <a:gd name="connsiteY52" fmla="*/ 188966 h 485747"/>
              <a:gd name="connsiteX53" fmla="*/ 1758578 w 1761324"/>
              <a:gd name="connsiteY53" fmla="*/ 157863 h 485747"/>
              <a:gd name="connsiteX54" fmla="*/ 1761325 w 1761324"/>
              <a:gd name="connsiteY54" fmla="*/ 180670 h 485747"/>
              <a:gd name="connsiteX55" fmla="*/ 1761317 w 1761324"/>
              <a:gd name="connsiteY55" fmla="*/ 180670 h 48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761324" h="485747">
                <a:moveTo>
                  <a:pt x="1202810" y="180152"/>
                </a:moveTo>
                <a:cubicBezTo>
                  <a:pt x="1202810" y="234243"/>
                  <a:pt x="1167140" y="305309"/>
                  <a:pt x="1141362" y="352260"/>
                </a:cubicBezTo>
                <a:cubicBezTo>
                  <a:pt x="1100865" y="426143"/>
                  <a:pt x="1046092" y="470415"/>
                  <a:pt x="957018" y="475637"/>
                </a:cubicBezTo>
                <a:cubicBezTo>
                  <a:pt x="878293" y="480251"/>
                  <a:pt x="700356" y="493166"/>
                  <a:pt x="731528" y="367812"/>
                </a:cubicBezTo>
                <a:cubicBezTo>
                  <a:pt x="745049" y="313545"/>
                  <a:pt x="775084" y="265733"/>
                  <a:pt x="793529" y="213329"/>
                </a:cubicBezTo>
                <a:cubicBezTo>
                  <a:pt x="855493" y="96504"/>
                  <a:pt x="1011440" y="74234"/>
                  <a:pt x="1135331" y="103429"/>
                </a:cubicBezTo>
                <a:cubicBezTo>
                  <a:pt x="1177264" y="117845"/>
                  <a:pt x="1199585" y="137137"/>
                  <a:pt x="1202810" y="180151"/>
                </a:cubicBezTo>
                <a:lnTo>
                  <a:pt x="1202810" y="180152"/>
                </a:lnTo>
                <a:close/>
                <a:moveTo>
                  <a:pt x="994873" y="185336"/>
                </a:moveTo>
                <a:cubicBezTo>
                  <a:pt x="931196" y="185336"/>
                  <a:pt x="923436" y="269327"/>
                  <a:pt x="911486" y="314417"/>
                </a:cubicBezTo>
                <a:cubicBezTo>
                  <a:pt x="908478" y="331458"/>
                  <a:pt x="888290" y="388547"/>
                  <a:pt x="920810" y="388547"/>
                </a:cubicBezTo>
                <a:cubicBezTo>
                  <a:pt x="997372" y="403097"/>
                  <a:pt x="1004496" y="323748"/>
                  <a:pt x="1017374" y="270871"/>
                </a:cubicBezTo>
                <a:cubicBezTo>
                  <a:pt x="1022103" y="251418"/>
                  <a:pt x="1031494" y="218781"/>
                  <a:pt x="1027243" y="198814"/>
                </a:cubicBezTo>
                <a:cubicBezTo>
                  <a:pt x="1027243" y="183962"/>
                  <a:pt x="1005327" y="186329"/>
                  <a:pt x="994873" y="185337"/>
                </a:cubicBezTo>
                <a:lnTo>
                  <a:pt x="994873" y="185336"/>
                </a:lnTo>
                <a:close/>
                <a:moveTo>
                  <a:pt x="556517" y="188965"/>
                </a:moveTo>
                <a:cubicBezTo>
                  <a:pt x="548660" y="331215"/>
                  <a:pt x="442921" y="320145"/>
                  <a:pt x="317310" y="319601"/>
                </a:cubicBezTo>
                <a:cubicBezTo>
                  <a:pt x="269574" y="319415"/>
                  <a:pt x="220757" y="316492"/>
                  <a:pt x="173567" y="316492"/>
                </a:cubicBezTo>
                <a:cubicBezTo>
                  <a:pt x="156154" y="333179"/>
                  <a:pt x="206568" y="383798"/>
                  <a:pt x="220751" y="392177"/>
                </a:cubicBezTo>
                <a:cubicBezTo>
                  <a:pt x="269164" y="420674"/>
                  <a:pt x="329910" y="408438"/>
                  <a:pt x="368883" y="371439"/>
                </a:cubicBezTo>
                <a:cubicBezTo>
                  <a:pt x="389821" y="371439"/>
                  <a:pt x="614559" y="343684"/>
                  <a:pt x="536766" y="417060"/>
                </a:cubicBezTo>
                <a:cubicBezTo>
                  <a:pt x="499114" y="448714"/>
                  <a:pt x="445844" y="467411"/>
                  <a:pt x="397410" y="478231"/>
                </a:cubicBezTo>
                <a:cubicBezTo>
                  <a:pt x="243304" y="512666"/>
                  <a:pt x="-89584" y="428957"/>
                  <a:pt x="22692" y="223697"/>
                </a:cubicBezTo>
                <a:cubicBezTo>
                  <a:pt x="99444" y="104339"/>
                  <a:pt x="265683" y="39072"/>
                  <a:pt x="402897" y="5453"/>
                </a:cubicBezTo>
                <a:cubicBezTo>
                  <a:pt x="415674" y="3038"/>
                  <a:pt x="428296" y="1180"/>
                  <a:pt x="441303" y="269"/>
                </a:cubicBezTo>
                <a:cubicBezTo>
                  <a:pt x="538928" y="-6619"/>
                  <a:pt x="556517" y="120689"/>
                  <a:pt x="556517" y="188966"/>
                </a:cubicBezTo>
                <a:lnTo>
                  <a:pt x="556517" y="188965"/>
                </a:lnTo>
                <a:close/>
                <a:moveTo>
                  <a:pt x="413323" y="177560"/>
                </a:moveTo>
                <a:cubicBezTo>
                  <a:pt x="413323" y="164695"/>
                  <a:pt x="413880" y="151090"/>
                  <a:pt x="409481" y="138680"/>
                </a:cubicBezTo>
                <a:cubicBezTo>
                  <a:pt x="394414" y="81319"/>
                  <a:pt x="236313" y="203809"/>
                  <a:pt x="217459" y="221624"/>
                </a:cubicBezTo>
                <a:cubicBezTo>
                  <a:pt x="215092" y="226128"/>
                  <a:pt x="216881" y="224732"/>
                  <a:pt x="220202" y="226290"/>
                </a:cubicBezTo>
                <a:cubicBezTo>
                  <a:pt x="272671" y="226290"/>
                  <a:pt x="325263" y="225771"/>
                  <a:pt x="377660" y="225771"/>
                </a:cubicBezTo>
                <a:cubicBezTo>
                  <a:pt x="412167" y="220389"/>
                  <a:pt x="413323" y="210466"/>
                  <a:pt x="413323" y="177560"/>
                </a:cubicBezTo>
                <a:lnTo>
                  <a:pt x="413323" y="177560"/>
                </a:lnTo>
                <a:close/>
                <a:moveTo>
                  <a:pt x="717816" y="250654"/>
                </a:moveTo>
                <a:cubicBezTo>
                  <a:pt x="705920" y="273291"/>
                  <a:pt x="708578" y="302987"/>
                  <a:pt x="684348" y="320118"/>
                </a:cubicBezTo>
                <a:cubicBezTo>
                  <a:pt x="651212" y="343544"/>
                  <a:pt x="567745" y="343608"/>
                  <a:pt x="586143" y="286942"/>
                </a:cubicBezTo>
                <a:cubicBezTo>
                  <a:pt x="603559" y="233072"/>
                  <a:pt x="636487" y="210160"/>
                  <a:pt x="696419" y="224216"/>
                </a:cubicBezTo>
                <a:cubicBezTo>
                  <a:pt x="711038" y="228842"/>
                  <a:pt x="714490" y="237992"/>
                  <a:pt x="717816" y="250654"/>
                </a:cubicBezTo>
                <a:lnTo>
                  <a:pt x="717816" y="250654"/>
                </a:lnTo>
                <a:close/>
                <a:moveTo>
                  <a:pt x="1761317" y="180670"/>
                </a:moveTo>
                <a:cubicBezTo>
                  <a:pt x="1761317" y="195172"/>
                  <a:pt x="1758099" y="210123"/>
                  <a:pt x="1754740" y="224216"/>
                </a:cubicBezTo>
                <a:cubicBezTo>
                  <a:pt x="1734933" y="306930"/>
                  <a:pt x="1702997" y="385622"/>
                  <a:pt x="1674638" y="465271"/>
                </a:cubicBezTo>
                <a:cubicBezTo>
                  <a:pt x="1648613" y="489859"/>
                  <a:pt x="1594513" y="476470"/>
                  <a:pt x="1566550" y="460605"/>
                </a:cubicBezTo>
                <a:cubicBezTo>
                  <a:pt x="1552565" y="447389"/>
                  <a:pt x="1587337" y="379960"/>
                  <a:pt x="1592889" y="363664"/>
                </a:cubicBezTo>
                <a:cubicBezTo>
                  <a:pt x="1601412" y="338636"/>
                  <a:pt x="1647962" y="246346"/>
                  <a:pt x="1608797" y="227846"/>
                </a:cubicBezTo>
                <a:cubicBezTo>
                  <a:pt x="1596204" y="227846"/>
                  <a:pt x="1586185" y="229404"/>
                  <a:pt x="1573689" y="232511"/>
                </a:cubicBezTo>
                <a:cubicBezTo>
                  <a:pt x="1456495" y="271279"/>
                  <a:pt x="1373310" y="383999"/>
                  <a:pt x="1288943" y="463715"/>
                </a:cubicBezTo>
                <a:cubicBezTo>
                  <a:pt x="1252375" y="481114"/>
                  <a:pt x="1226118" y="476662"/>
                  <a:pt x="1190194" y="459569"/>
                </a:cubicBezTo>
                <a:cubicBezTo>
                  <a:pt x="1186624" y="456202"/>
                  <a:pt x="1188353" y="450850"/>
                  <a:pt x="1189094" y="446608"/>
                </a:cubicBezTo>
                <a:cubicBezTo>
                  <a:pt x="1216278" y="339317"/>
                  <a:pt x="1259274" y="232942"/>
                  <a:pt x="1305951" y="131941"/>
                </a:cubicBezTo>
                <a:cubicBezTo>
                  <a:pt x="1313291" y="111320"/>
                  <a:pt x="1388747" y="118961"/>
                  <a:pt x="1407454" y="127795"/>
                </a:cubicBezTo>
                <a:cubicBezTo>
                  <a:pt x="1407454" y="150635"/>
                  <a:pt x="1404917" y="188966"/>
                  <a:pt x="1439816" y="188966"/>
                </a:cubicBezTo>
                <a:cubicBezTo>
                  <a:pt x="1518130" y="180810"/>
                  <a:pt x="1710008" y="20195"/>
                  <a:pt x="1758578" y="157863"/>
                </a:cubicBezTo>
                <a:cubicBezTo>
                  <a:pt x="1759955" y="165636"/>
                  <a:pt x="1761325" y="172682"/>
                  <a:pt x="1761325" y="180670"/>
                </a:cubicBezTo>
                <a:lnTo>
                  <a:pt x="1761317" y="180670"/>
                </a:lnTo>
                <a:close/>
              </a:path>
            </a:pathLst>
          </a:custGeom>
          <a:solidFill>
            <a:schemeClr val="accent1"/>
          </a:solidFill>
          <a:ln w="7461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697569"/>
      </p:ext>
    </p:extLst>
  </p:cSld>
  <p:clrMapOvr>
    <a:masterClrMapping/>
  </p:clrMapOvr>
  <p:transition spd="slow">
    <p:push/>
  </p:transition>
  <p:extLst>
    <p:ext uri="{DCECCB84-F9BA-43D5-87BE-67443E8EF086}">
      <p15:sldGuideLst xmlns:p15="http://schemas.microsoft.com/office/powerpoint/2012/main">
        <p15:guide id="1" pos="252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04000" y="499200"/>
            <a:ext cx="9264000" cy="1368000"/>
          </a:xfrm>
        </p:spPr>
        <p:txBody>
          <a:bodyPr anchor="t" anchorCtr="0">
            <a:noAutofit/>
          </a:bodyPr>
          <a:lstStyle>
            <a:lvl1pPr algn="l">
              <a:lnSpc>
                <a:spcPts val="5333"/>
              </a:lnSpc>
              <a:defRPr sz="5333" kern="100" baseline="0">
                <a:solidFill>
                  <a:srgbClr val="EA1B0A"/>
                </a:solidFill>
              </a:defRPr>
            </a:lvl1pPr>
          </a:lstStyle>
          <a:p>
            <a:r>
              <a:rPr lang="en-US" dirty="0"/>
              <a:t>Click to edit presentation title (maximum three lines)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04000" y="2846400"/>
            <a:ext cx="5424000" cy="273600"/>
          </a:xfrm>
        </p:spPr>
        <p:txBody>
          <a:bodyPr>
            <a:noAutofit/>
          </a:bodyPr>
          <a:lstStyle>
            <a:lvl1pPr marL="0" indent="0" algn="l">
              <a:lnSpc>
                <a:spcPts val="2133"/>
              </a:lnSpc>
              <a:spcAft>
                <a:spcPts val="0"/>
              </a:spcAft>
              <a:buNone/>
              <a:defRPr sz="1867" kern="100" baseline="0">
                <a:solidFill>
                  <a:srgbClr val="EA1B0A"/>
                </a:solidFill>
                <a:latin typeface="+mj-l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subtitle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04000" y="3235201"/>
            <a:ext cx="1584000" cy="175882"/>
          </a:xfrm>
        </p:spPr>
        <p:txBody>
          <a:bodyPr/>
          <a:lstStyle>
            <a:lvl1pPr algn="l">
              <a:defRPr sz="1067">
                <a:solidFill>
                  <a:srgbClr val="EA1B0A"/>
                </a:solidFill>
              </a:defRPr>
            </a:lvl1pPr>
          </a:lstStyle>
          <a:p>
            <a:r>
              <a:rPr lang="de-DE"/>
              <a:t>26.01.2023</a:t>
            </a:r>
            <a:endParaRPr lang="de-DE" dirty="0"/>
          </a:p>
        </p:txBody>
      </p:sp>
      <p:pic>
        <p:nvPicPr>
          <p:cNvPr id="11" name="EON_Logo_r">
            <a:extLst>
              <a:ext uri="{FF2B5EF4-FFF2-40B4-BE49-F238E27FC236}">
                <a16:creationId xmlns:a16="http://schemas.microsoft.com/office/drawing/2014/main" id="{2CB9535E-E967-3D15-1B82-1927609AF7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893" y="5836800"/>
            <a:ext cx="1749836" cy="5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614468"/>
      </p:ext>
    </p:extLst>
  </p:cSld>
  <p:clrMapOvr>
    <a:masterClrMapping/>
  </p:clrMapOvr>
  <p:transition spd="slow">
    <p:push/>
  </p:transition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1B843B-E575-4959-C629-74105537F2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6000"/>
            <a:ext cx="12192000" cy="6762000"/>
          </a:xfrm>
          <a:solidFill>
            <a:schemeClr val="bg1">
              <a:lumMod val="50000"/>
            </a:schemeClr>
          </a:solidFill>
        </p:spPr>
        <p:txBody>
          <a:bodyPr tIns="576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image by clicking on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04000" y="500675"/>
            <a:ext cx="9264000" cy="1367896"/>
          </a:xfrm>
        </p:spPr>
        <p:txBody>
          <a:bodyPr anchor="t" anchorCtr="0">
            <a:spAutoFit/>
          </a:bodyPr>
          <a:lstStyle>
            <a:lvl1pPr algn="l">
              <a:lnSpc>
                <a:spcPts val="5333"/>
              </a:lnSpc>
              <a:defRPr sz="5333" kern="100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presentation title (maximum three lines)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04000" y="2846380"/>
            <a:ext cx="5424784" cy="273579"/>
          </a:xfrm>
        </p:spPr>
        <p:txBody>
          <a:bodyPr anchor="b">
            <a:spAutoFit/>
          </a:bodyPr>
          <a:lstStyle>
            <a:lvl1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kern="1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 dirty="0"/>
              <a:t>Click to edit subtitle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04001" y="3235201"/>
            <a:ext cx="1585151" cy="175882"/>
          </a:xfrm>
        </p:spPr>
        <p:txBody>
          <a:bodyPr/>
          <a:lstStyle>
            <a:lvl1pPr marL="0" algn="l">
              <a:lnSpc>
                <a:spcPts val="1500"/>
              </a:lnSpc>
              <a:defRPr sz="1067" b="1">
                <a:solidFill>
                  <a:schemeClr val="bg1"/>
                </a:solidFill>
              </a:defRPr>
            </a:lvl1pPr>
            <a:lvl2pPr marL="0" algn="l">
              <a:lnSpc>
                <a:spcPts val="1500"/>
              </a:lnSpc>
              <a:defRPr sz="1067" b="1"/>
            </a:lvl2pPr>
            <a:lvl3pPr marL="0" algn="l">
              <a:lnSpc>
                <a:spcPts val="1500"/>
              </a:lnSpc>
              <a:defRPr sz="1067" b="1"/>
            </a:lvl3pPr>
            <a:lvl4pPr marL="0" algn="l">
              <a:lnSpc>
                <a:spcPts val="1500"/>
              </a:lnSpc>
              <a:defRPr sz="1067" b="1"/>
            </a:lvl4pPr>
            <a:lvl5pPr marL="0" algn="l">
              <a:lnSpc>
                <a:spcPts val="1500"/>
              </a:lnSpc>
              <a:defRPr sz="1067" b="1"/>
            </a:lvl5pPr>
            <a:lvl6pPr marL="0" algn="l">
              <a:lnSpc>
                <a:spcPts val="1500"/>
              </a:lnSpc>
              <a:defRPr sz="1067" b="1"/>
            </a:lvl6pPr>
            <a:lvl7pPr marL="0" algn="l">
              <a:lnSpc>
                <a:spcPts val="1500"/>
              </a:lnSpc>
              <a:defRPr sz="1067" b="1"/>
            </a:lvl7pPr>
            <a:lvl8pPr marL="0" algn="l">
              <a:lnSpc>
                <a:spcPts val="1500"/>
              </a:lnSpc>
              <a:defRPr sz="1067" b="1"/>
            </a:lvl8pPr>
            <a:lvl9pPr marL="0" algn="l">
              <a:lnSpc>
                <a:spcPts val="1500"/>
              </a:lnSpc>
              <a:defRPr sz="1067" b="1"/>
            </a:lvl9pPr>
          </a:lstStyle>
          <a:p>
            <a:r>
              <a:rPr lang="en-GB" noProof="0">
                <a:solidFill>
                  <a:schemeClr val="bg1"/>
                </a:solidFill>
              </a:rPr>
              <a:t>26.01.2023</a:t>
            </a:r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CDDD4-E41C-2594-51E3-E26B0BC0807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505893" y="5836801"/>
            <a:ext cx="1751561" cy="523716"/>
          </a:xfrm>
          <a:custGeom>
            <a:avLst/>
            <a:gdLst>
              <a:gd name="connsiteX0" fmla="*/ 0 w 5715000"/>
              <a:gd name="connsiteY0" fmla="*/ 0 h 72000"/>
              <a:gd name="connsiteX1" fmla="*/ 5715000 w 5715000"/>
              <a:gd name="connsiteY1" fmla="*/ 0 h 72000"/>
              <a:gd name="connsiteX2" fmla="*/ 5715000 w 5715000"/>
              <a:gd name="connsiteY2" fmla="*/ 72000 h 72000"/>
              <a:gd name="connsiteX3" fmla="*/ 0 w 5715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72000">
                <a:moveTo>
                  <a:pt x="0" y="0"/>
                </a:moveTo>
                <a:lnTo>
                  <a:pt x="5715000" y="0"/>
                </a:lnTo>
                <a:lnTo>
                  <a:pt x="5715000" y="72000"/>
                </a:lnTo>
                <a:lnTo>
                  <a:pt x="0" y="72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33">
                <a:noFill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9pPr>
          </a:lstStyle>
          <a:p>
            <a:pPr lvl="0"/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6456139"/>
      </p:ext>
    </p:extLst>
  </p:cSld>
  <p:clrMapOvr>
    <a:masterClrMapping/>
  </p:clrMapOvr>
  <p:transition spd="slow">
    <p:push/>
  </p:transition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V02">
    <p:bg>
      <p:bgPr>
        <a:solidFill>
          <a:srgbClr val="EA1B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1B843B-E575-4959-C629-74105537F2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0" y="96000"/>
            <a:ext cx="7620000" cy="6762000"/>
          </a:xfrm>
          <a:solidFill>
            <a:schemeClr val="bg1">
              <a:lumMod val="50000"/>
            </a:schemeClr>
          </a:solidFill>
        </p:spPr>
        <p:txBody>
          <a:bodyPr tIns="576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image by clicking on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04000" y="500675"/>
            <a:ext cx="3504000" cy="1846660"/>
          </a:xfrm>
        </p:spPr>
        <p:txBody>
          <a:bodyPr anchor="t" anchorCtr="0">
            <a:spAutoFit/>
          </a:bodyPr>
          <a:lstStyle>
            <a:lvl1pPr algn="l">
              <a:lnSpc>
                <a:spcPts val="4800"/>
              </a:lnSpc>
              <a:defRPr sz="4800" kern="100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presentation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04000" y="2846380"/>
            <a:ext cx="3502851" cy="273579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kern="1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ts val="21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edit subtitle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04001" y="3235201"/>
            <a:ext cx="1585151" cy="175882"/>
          </a:xfrm>
        </p:spPr>
        <p:txBody>
          <a:bodyPr/>
          <a:lstStyle>
            <a:lvl1pPr marL="0" algn="l">
              <a:lnSpc>
                <a:spcPts val="1500"/>
              </a:lnSpc>
              <a:defRPr sz="1067" b="1">
                <a:solidFill>
                  <a:schemeClr val="bg1"/>
                </a:solidFill>
              </a:defRPr>
            </a:lvl1pPr>
            <a:lvl2pPr marL="0" algn="l">
              <a:lnSpc>
                <a:spcPts val="1500"/>
              </a:lnSpc>
              <a:defRPr sz="1067" b="1"/>
            </a:lvl2pPr>
            <a:lvl3pPr marL="0" algn="l">
              <a:lnSpc>
                <a:spcPts val="1500"/>
              </a:lnSpc>
              <a:defRPr sz="1067" b="1"/>
            </a:lvl3pPr>
            <a:lvl4pPr marL="0" algn="l">
              <a:lnSpc>
                <a:spcPts val="1500"/>
              </a:lnSpc>
              <a:defRPr sz="1067" b="1"/>
            </a:lvl4pPr>
            <a:lvl5pPr marL="0" algn="l">
              <a:lnSpc>
                <a:spcPts val="1500"/>
              </a:lnSpc>
              <a:defRPr sz="1067" b="1"/>
            </a:lvl5pPr>
            <a:lvl6pPr marL="0" algn="l">
              <a:lnSpc>
                <a:spcPts val="1500"/>
              </a:lnSpc>
              <a:defRPr sz="1067" b="1"/>
            </a:lvl6pPr>
            <a:lvl7pPr marL="0" algn="l">
              <a:lnSpc>
                <a:spcPts val="1500"/>
              </a:lnSpc>
              <a:defRPr sz="1067" b="1"/>
            </a:lvl7pPr>
            <a:lvl8pPr marL="0" algn="l">
              <a:lnSpc>
                <a:spcPts val="1500"/>
              </a:lnSpc>
              <a:defRPr sz="1067" b="1"/>
            </a:lvl8pPr>
            <a:lvl9pPr marL="0" algn="l">
              <a:lnSpc>
                <a:spcPts val="1500"/>
              </a:lnSpc>
              <a:defRPr sz="1067" b="1"/>
            </a:lvl9pPr>
          </a:lstStyle>
          <a:p>
            <a:r>
              <a:rPr lang="en-GB" noProof="0">
                <a:solidFill>
                  <a:schemeClr val="bg1"/>
                </a:solidFill>
              </a:rPr>
              <a:t>26.01.2023</a:t>
            </a:r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A9D219-8CB4-2BD5-C5A4-2AB1601E05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505893" y="5836801"/>
            <a:ext cx="1751561" cy="523716"/>
          </a:xfrm>
          <a:custGeom>
            <a:avLst/>
            <a:gdLst>
              <a:gd name="connsiteX0" fmla="*/ 0 w 5715000"/>
              <a:gd name="connsiteY0" fmla="*/ 0 h 72000"/>
              <a:gd name="connsiteX1" fmla="*/ 5715000 w 5715000"/>
              <a:gd name="connsiteY1" fmla="*/ 0 h 72000"/>
              <a:gd name="connsiteX2" fmla="*/ 5715000 w 5715000"/>
              <a:gd name="connsiteY2" fmla="*/ 72000 h 72000"/>
              <a:gd name="connsiteX3" fmla="*/ 0 w 5715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72000">
                <a:moveTo>
                  <a:pt x="0" y="0"/>
                </a:moveTo>
                <a:lnTo>
                  <a:pt x="5715000" y="0"/>
                </a:lnTo>
                <a:lnTo>
                  <a:pt x="5715000" y="72000"/>
                </a:lnTo>
                <a:lnTo>
                  <a:pt x="0" y="72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C0A"/>
              </a:buClr>
              <a:buFont typeface="EON Brix Sans" panose="020B0500000000000000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en-GB" sz="133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1503821"/>
      </p:ext>
    </p:extLst>
  </p:cSld>
  <p:clrMapOvr>
    <a:masterClrMapping/>
  </p:clrMapOvr>
  <p:transition spd="slow">
    <p:push/>
  </p:transition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to edit slide title (maximum two lines)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01651" y="1828800"/>
            <a:ext cx="11184000" cy="4065600"/>
          </a:xfrm>
        </p:spPr>
        <p:txBody>
          <a:bodyPr/>
          <a:lstStyle/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9190665"/>
      </p:ext>
    </p:extLst>
  </p:cSld>
  <p:clrMapOvr>
    <a:masterClrMapping/>
  </p:clrMapOvr>
  <p:transition spd="slow">
    <p:push/>
  </p:transition>
  <p:hf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A62A1652-4EB9-AD0A-F9A5-06630648C3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8844313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A62A1652-4EB9-AD0A-F9A5-06630648C3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GB" noProof="0"/>
              <a:t>Click to edit slide title (maximum two lines)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01651" y="1828800"/>
            <a:ext cx="5424000" cy="4065600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65335" y="1828800"/>
            <a:ext cx="5424000" cy="4065600"/>
          </a:xfrm>
        </p:spPr>
        <p:txBody>
          <a:bodyPr>
            <a:noAutofit/>
          </a:bodyPr>
          <a:lstStyle>
            <a:lvl1pPr>
              <a:defRPr sz="1867"/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66118431"/>
      </p:ext>
    </p:extLst>
  </p:cSld>
  <p:clrMapOvr>
    <a:masterClrMapping/>
  </p:clrMapOvr>
  <p:transition spd="slow">
    <p:push/>
  </p:transition>
  <p:hf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D8AC51BC-C160-D926-1EB5-146FA484D6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041144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D8AC51BC-C160-D926-1EB5-146FA484D6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GB" noProof="0"/>
              <a:t>Click to edit slide title (maximum two lines)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01651" y="1828800"/>
            <a:ext cx="3504000" cy="4065600"/>
          </a:xfrm>
        </p:spPr>
        <p:txBody>
          <a:bodyPr>
            <a:noAutofit/>
          </a:bodyPr>
          <a:lstStyle>
            <a:lvl1pPr>
              <a:lnSpc>
                <a:spcPts val="2333"/>
              </a:lnSpc>
              <a:defRPr sz="1867"/>
            </a:lvl1pPr>
            <a:lvl2pPr>
              <a:lnSpc>
                <a:spcPts val="2333"/>
              </a:lnSpc>
              <a:defRPr sz="1867"/>
            </a:lvl2pPr>
            <a:lvl3pPr>
              <a:lnSpc>
                <a:spcPts val="2333"/>
              </a:lnSpc>
              <a:defRPr sz="1867"/>
            </a:lvl3pPr>
            <a:lvl4pPr>
              <a:lnSpc>
                <a:spcPts val="2333"/>
              </a:lnSpc>
              <a:defRPr sz="1867"/>
            </a:lvl4pPr>
            <a:lvl5pPr>
              <a:lnSpc>
                <a:spcPts val="2333"/>
              </a:lnSpc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344000" y="1828800"/>
            <a:ext cx="3504000" cy="4065600"/>
          </a:xfrm>
        </p:spPr>
        <p:txBody>
          <a:bodyPr>
            <a:noAutofit/>
          </a:bodyPr>
          <a:lstStyle>
            <a:lvl1pPr>
              <a:lnSpc>
                <a:spcPts val="2333"/>
              </a:lnSpc>
              <a:defRPr sz="1867"/>
            </a:lvl1pPr>
            <a:lvl2pPr>
              <a:lnSpc>
                <a:spcPts val="2333"/>
              </a:lnSpc>
              <a:defRPr sz="1867"/>
            </a:lvl2pPr>
            <a:lvl3pPr>
              <a:lnSpc>
                <a:spcPts val="2333"/>
              </a:lnSpc>
              <a:defRPr sz="1867"/>
            </a:lvl3pPr>
            <a:lvl4pPr>
              <a:lnSpc>
                <a:spcPts val="2333"/>
              </a:lnSpc>
              <a:defRPr sz="1867"/>
            </a:lvl4pPr>
            <a:lvl5pPr>
              <a:lnSpc>
                <a:spcPts val="2333"/>
              </a:lnSpc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>
          <a:xfrm>
            <a:off x="8184000" y="1828800"/>
            <a:ext cx="3504000" cy="4065600"/>
          </a:xfrm>
        </p:spPr>
        <p:txBody>
          <a:bodyPr>
            <a:noAutofit/>
          </a:bodyPr>
          <a:lstStyle>
            <a:lvl1pPr>
              <a:lnSpc>
                <a:spcPts val="2333"/>
              </a:lnSpc>
              <a:defRPr sz="1867"/>
            </a:lvl1pPr>
            <a:lvl2pPr>
              <a:lnSpc>
                <a:spcPts val="2333"/>
              </a:lnSpc>
              <a:defRPr sz="1867"/>
            </a:lvl2pPr>
            <a:lvl3pPr>
              <a:lnSpc>
                <a:spcPts val="2333"/>
              </a:lnSpc>
              <a:defRPr sz="1867"/>
            </a:lvl3pPr>
            <a:lvl4pPr>
              <a:lnSpc>
                <a:spcPts val="2333"/>
              </a:lnSpc>
              <a:defRPr sz="1867"/>
            </a:lvl4pPr>
            <a:lvl5pPr>
              <a:lnSpc>
                <a:spcPts val="2333"/>
              </a:lnSpc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766083"/>
      </p:ext>
    </p:extLst>
  </p:cSld>
  <p:clrMapOvr>
    <a:masterClrMapping/>
  </p:clrMapOvr>
  <p:transition spd="slow">
    <p:push/>
  </p:transition>
  <p:hf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01652" y="504000"/>
            <a:ext cx="5424000" cy="85681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slide title (maximum two lines)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01652" y="1828800"/>
            <a:ext cx="5425017" cy="4526400"/>
          </a:xfrm>
        </p:spPr>
        <p:txBody>
          <a:bodyPr/>
          <a:lstStyle/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6265333" y="95999"/>
            <a:ext cx="5926667" cy="6761996"/>
          </a:xfrm>
        </p:spPr>
        <p:txBody>
          <a:bodyPr tIns="576000" anchor="ctr"/>
          <a:lstStyle>
            <a:lvl1pPr algn="ctr">
              <a:defRPr/>
            </a:lvl1pPr>
          </a:lstStyle>
          <a:p>
            <a:r>
              <a:rPr lang="en-GB" noProof="0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809288976"/>
      </p:ext>
    </p:extLst>
  </p:cSld>
  <p:clrMapOvr>
    <a:masterClrMapping/>
  </p:clrMapOvr>
  <p:transition spd="slow">
    <p:push/>
  </p:transition>
  <p:hf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ediu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01653" y="504000"/>
            <a:ext cx="3505199" cy="85681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edit slide title (max. two lines)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501652" y="1828800"/>
            <a:ext cx="3505201" cy="4526400"/>
          </a:xfrm>
        </p:spPr>
        <p:txBody>
          <a:bodyPr/>
          <a:lstStyle>
            <a:lvl1pPr>
              <a:lnSpc>
                <a:spcPts val="2333"/>
              </a:lnSpc>
              <a:defRPr sz="1867"/>
            </a:lvl1pPr>
            <a:lvl2pPr>
              <a:lnSpc>
                <a:spcPts val="2333"/>
              </a:lnSpc>
              <a:defRPr sz="1867"/>
            </a:lvl2pPr>
            <a:lvl3pPr>
              <a:lnSpc>
                <a:spcPts val="2333"/>
              </a:lnSpc>
              <a:defRPr sz="1867"/>
            </a:lvl3pPr>
            <a:lvl4pPr>
              <a:lnSpc>
                <a:spcPts val="2333"/>
              </a:lnSpc>
              <a:defRPr sz="1867"/>
            </a:lvl4pPr>
            <a:lvl5pPr>
              <a:lnSpc>
                <a:spcPts val="2333"/>
              </a:lnSpc>
              <a:defRPr sz="1867"/>
            </a:lvl5pPr>
          </a:lstStyle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4572000" y="96000"/>
            <a:ext cx="7620000" cy="6762000"/>
          </a:xfrm>
        </p:spPr>
        <p:txBody>
          <a:bodyPr tIns="576000" anchor="ctr"/>
          <a:lstStyle>
            <a:lvl1pPr algn="ctr">
              <a:defRPr/>
            </a:lvl1pPr>
          </a:lstStyle>
          <a:p>
            <a:r>
              <a:rPr lang="en-GB" noProof="0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3954522963"/>
      </p:ext>
    </p:extLst>
  </p:cSld>
  <p:clrMapOvr>
    <a:masterClrMapping/>
  </p:clrMapOvr>
  <p:transition spd="slow">
    <p:push/>
  </p:transition>
  <p:hf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slide title (maximum two lines)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28800"/>
            <a:ext cx="12192000" cy="5030400"/>
          </a:xfrm>
        </p:spPr>
        <p:txBody>
          <a:bodyPr tIns="576000" anchor="ctr"/>
          <a:lstStyle>
            <a:lvl1pPr algn="ctr">
              <a:defRPr/>
            </a:lvl1pPr>
          </a:lstStyle>
          <a:p>
            <a:r>
              <a:rPr lang="en-GB" noProof="0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331758571"/>
      </p:ext>
    </p:extLst>
  </p:cSld>
  <p:clrMapOvr>
    <a:masterClrMapping/>
  </p:clrMapOvr>
  <p:transition spd="slow">
    <p:push/>
  </p:transition>
  <p:hf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usto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slide title (maximum two lines)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4185308"/>
      </p:ext>
    </p:extLst>
  </p:cSld>
  <p:clrMapOvr>
    <a:masterClrMapping/>
  </p:clrMapOvr>
  <p:transition spd="slow">
    <p:push/>
  </p:transition>
  <p:hf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902618"/>
      </p:ext>
    </p:extLst>
  </p:cSld>
  <p:clrMapOvr>
    <a:masterClrMapping/>
  </p:clrMapOvr>
  <p:transition spd="slow">
    <p:push/>
  </p:transition>
  <p:hf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o slidenumber, no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slide title (maximum two lines)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5871154"/>
      </p:ext>
    </p:extLst>
  </p:cSld>
  <p:clrMapOvr>
    <a:masterClrMapping/>
  </p:clrMapOvr>
  <p:transition spd="slow">
    <p:push/>
  </p:transition>
  <p:hf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Graph/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E8EC191-45F5-9383-C0BE-7D920E2A3A16}"/>
              </a:ext>
            </a:extLst>
          </p:cNvPr>
          <p:cNvSpPr/>
          <p:nvPr userDrawn="1"/>
        </p:nvSpPr>
        <p:spPr>
          <a:xfrm>
            <a:off x="1" y="96000"/>
            <a:ext cx="7846484" cy="6762000"/>
          </a:xfrm>
          <a:prstGeom prst="rect">
            <a:avLst/>
          </a:prstGeom>
          <a:solidFill>
            <a:srgbClr val="F9F6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noProof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183033" y="504000"/>
            <a:ext cx="3505200" cy="85681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slide title (max. two lines)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 hasCustomPrompt="1"/>
          </p:nvPr>
        </p:nvSpPr>
        <p:spPr>
          <a:xfrm>
            <a:off x="8184000" y="1828801"/>
            <a:ext cx="3499200" cy="4068233"/>
          </a:xfrm>
        </p:spPr>
        <p:txBody>
          <a:bodyPr/>
          <a:lstStyle/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 hasCustomPrompt="1"/>
          </p:nvPr>
        </p:nvSpPr>
        <p:spPr>
          <a:xfrm>
            <a:off x="501649" y="1364771"/>
            <a:ext cx="7056000" cy="4416000"/>
          </a:xfrm>
        </p:spPr>
        <p:txBody>
          <a:bodyPr/>
          <a:lstStyle>
            <a:lvl1pPr>
              <a:lnSpc>
                <a:spcPts val="2333"/>
              </a:lnSpc>
              <a:defRPr sz="1867"/>
            </a:lvl1pPr>
            <a:lvl2pPr>
              <a:lnSpc>
                <a:spcPts val="2333"/>
              </a:lnSpc>
              <a:defRPr sz="1867"/>
            </a:lvl2pPr>
            <a:lvl3pPr>
              <a:lnSpc>
                <a:spcPts val="2333"/>
              </a:lnSpc>
              <a:defRPr sz="1867"/>
            </a:lvl3pPr>
            <a:lvl4pPr>
              <a:lnSpc>
                <a:spcPts val="2333"/>
              </a:lnSpc>
              <a:defRPr sz="1867"/>
            </a:lvl4pPr>
            <a:lvl5pPr>
              <a:lnSpc>
                <a:spcPts val="2333"/>
              </a:lnSpc>
              <a:defRPr sz="1867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half" idx="3" hasCustomPrompt="1"/>
          </p:nvPr>
        </p:nvSpPr>
        <p:spPr>
          <a:xfrm>
            <a:off x="501649" y="5897034"/>
            <a:ext cx="7056000" cy="171907"/>
          </a:xfrm>
        </p:spPr>
        <p:txBody>
          <a:bodyPr wrap="square" anchor="t" anchorCtr="0">
            <a:spAutoFit/>
          </a:bodyPr>
          <a:lstStyle>
            <a:lvl1pPr>
              <a:lnSpc>
                <a:spcPts val="1500"/>
              </a:lnSpc>
              <a:defRPr sz="933" b="0">
                <a:solidFill>
                  <a:schemeClr val="tx1"/>
                </a:solidFill>
                <a:latin typeface="+mn-lt"/>
              </a:defRPr>
            </a:lvl1pPr>
            <a:lvl2pPr>
              <a:defRPr sz="1200">
                <a:solidFill>
                  <a:srgbClr val="B00402"/>
                </a:solidFill>
              </a:defRPr>
            </a:lvl2pPr>
            <a:lvl3pPr>
              <a:defRPr sz="1200">
                <a:solidFill>
                  <a:srgbClr val="B00402"/>
                </a:solidFill>
              </a:defRPr>
            </a:lvl3pPr>
            <a:lvl4pPr>
              <a:defRPr sz="1200">
                <a:solidFill>
                  <a:srgbClr val="B00402"/>
                </a:solidFill>
              </a:defRPr>
            </a:lvl4pPr>
            <a:lvl5pPr>
              <a:defRPr sz="1200">
                <a:solidFill>
                  <a:srgbClr val="B00402"/>
                </a:solidFill>
              </a:defRPr>
            </a:lvl5pPr>
          </a:lstStyle>
          <a:p>
            <a:pPr lvl="0"/>
            <a:r>
              <a:rPr lang="en-GB" noProof="0"/>
              <a:t>Click to edit footnote/source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noProof="0"/>
              <a:t>26.01.2023</a:t>
            </a: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795C4-4A26-412B-AA90-98E97FF83D41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BB296D3B-97D9-B15F-DDAE-91B071AB850D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501649" y="504001"/>
            <a:ext cx="7056000" cy="28614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1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2pPr>
            <a:lvl3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3pPr>
            <a:lvl4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4pPr>
            <a:lvl5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5pPr>
            <a:lvl6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6pPr>
            <a:lvl7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7pPr>
            <a:lvl8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8pPr>
            <a:lvl9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chart title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B3FD1F2-7B8D-15C1-32FA-3539A648C04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649" y="833393"/>
            <a:ext cx="7056000" cy="286148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2pPr>
            <a:lvl3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3pPr>
            <a:lvl4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4pPr>
            <a:lvl5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5pPr>
            <a:lvl6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6pPr>
            <a:lvl7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7pPr>
            <a:lvl8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8pPr>
            <a:lvl9pPr marL="0" indent="0">
              <a:lnSpc>
                <a:spcPts val="2333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unit measure</a:t>
            </a:r>
          </a:p>
        </p:txBody>
      </p:sp>
    </p:spTree>
    <p:extLst>
      <p:ext uri="{BB962C8B-B14F-4D97-AF65-F5344CB8AC3E}">
        <p14:creationId xmlns:p14="http://schemas.microsoft.com/office/powerpoint/2010/main" val="156930845"/>
      </p:ext>
    </p:extLst>
  </p:cSld>
  <p:clrMapOvr>
    <a:masterClrMapping/>
  </p:clrMapOvr>
  <p:transition spd="slow">
    <p:push/>
  </p:transition>
  <p:hf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1 colum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edit agenda placeholder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01651" y="1828800"/>
            <a:ext cx="9264000" cy="4526400"/>
          </a:xfrm>
        </p:spPr>
        <p:txBody>
          <a:bodyPr/>
          <a:lstStyle>
            <a:lvl1pPr marL="527987" indent="-52798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  <a:defRPr sz="2667" b="1">
                <a:solidFill>
                  <a:srgbClr val="EA1B0A"/>
                </a:solidFill>
                <a:latin typeface="+mn-lt"/>
              </a:defRPr>
            </a:lvl1pPr>
            <a:lvl2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2pPr>
            <a:lvl3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3pPr>
            <a:lvl4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4pPr>
            <a:lvl5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5pPr>
            <a:lvl6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6pPr>
            <a:lvl7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7pPr>
            <a:lvl8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8pPr>
            <a:lvl9pPr marL="52703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 dirty="0"/>
              <a:t>Click to edit agenda point</a:t>
            </a:r>
          </a:p>
          <a:p>
            <a:pPr lvl="1"/>
            <a:r>
              <a:rPr lang="en-GB" noProof="0" dirty="0"/>
              <a:t>Second level: description/subpoint</a:t>
            </a:r>
          </a:p>
        </p:txBody>
      </p:sp>
    </p:spTree>
    <p:extLst>
      <p:ext uri="{BB962C8B-B14F-4D97-AF65-F5344CB8AC3E}">
        <p14:creationId xmlns:p14="http://schemas.microsoft.com/office/powerpoint/2010/main" val="1609138398"/>
      </p:ext>
    </p:extLst>
  </p:cSld>
  <p:clrMapOvr>
    <a:masterClrMapping/>
  </p:clrMapOvr>
  <p:transition spd="slow">
    <p:push/>
  </p:transition>
  <p:hf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columns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A1C0A"/>
                </a:solidFill>
              </a:defRPr>
            </a:lvl1pPr>
          </a:lstStyle>
          <a:p>
            <a:r>
              <a:rPr lang="en-GB" noProof="0"/>
              <a:t>Click to edit agenda placeholder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01651" y="1828800"/>
            <a:ext cx="5424000" cy="4526400"/>
          </a:xfrm>
        </p:spPr>
        <p:txBody>
          <a:bodyPr>
            <a:noAutofit/>
          </a:bodyPr>
          <a:lstStyle>
            <a:lvl1pPr marL="527987" indent="-52798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+mj-lt"/>
              <a:buAutoNum type="arabicPeriod"/>
              <a:defRPr sz="2667" b="1">
                <a:solidFill>
                  <a:srgbClr val="EA1B0A"/>
                </a:solidFill>
                <a:latin typeface="+mn-lt"/>
              </a:defRPr>
            </a:lvl1pPr>
            <a:lvl2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000000"/>
                </a:solidFill>
                <a:latin typeface="+mn-lt"/>
              </a:defRPr>
            </a:lvl2pPr>
            <a:lvl3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000000"/>
                </a:solidFill>
                <a:latin typeface="+mn-lt"/>
              </a:defRPr>
            </a:lvl3pPr>
            <a:lvl4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000000"/>
                </a:solidFill>
                <a:latin typeface="+mn-lt"/>
              </a:defRPr>
            </a:lvl4pPr>
            <a:lvl5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rgbClr val="000000"/>
                </a:solidFill>
                <a:latin typeface="+mn-lt"/>
              </a:defRPr>
            </a:lvl5pPr>
            <a:lvl6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+mn-lt"/>
              </a:defRPr>
            </a:lvl6pPr>
            <a:lvl7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+mn-lt"/>
              </a:defRPr>
            </a:lvl7pPr>
            <a:lvl8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+mn-lt"/>
              </a:defRPr>
            </a:lvl8pPr>
            <a:lvl9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+mn-lt"/>
              </a:defRPr>
            </a:lvl9pPr>
          </a:lstStyle>
          <a:p>
            <a:pPr lvl="0"/>
            <a:r>
              <a:rPr lang="en-GB" noProof="0" dirty="0"/>
              <a:t>Click to edit agenda point</a:t>
            </a:r>
          </a:p>
          <a:p>
            <a:pPr lvl="1"/>
            <a:r>
              <a:rPr lang="en-GB" noProof="0" dirty="0"/>
              <a:t>Second level: description/subpoint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265335" y="1828800"/>
            <a:ext cx="5424000" cy="4526400"/>
          </a:xfrm>
        </p:spPr>
        <p:txBody>
          <a:bodyPr>
            <a:noAutofit/>
          </a:bodyPr>
          <a:lstStyle>
            <a:lvl1pPr marL="527987" indent="-52798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Font typeface="+mj-lt"/>
              <a:buAutoNum type="arabicPeriod" startAt="6"/>
              <a:defRPr sz="2667" b="1">
                <a:solidFill>
                  <a:srgbClr val="EA1B0A"/>
                </a:solidFill>
                <a:latin typeface="+mn-lt"/>
              </a:defRPr>
            </a:lvl1pPr>
            <a:lvl2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rgbClr val="000000"/>
                </a:solidFill>
                <a:latin typeface="+mn-lt"/>
              </a:defRPr>
            </a:lvl2pPr>
            <a:lvl3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rgbClr val="000000"/>
                </a:solidFill>
                <a:latin typeface="+mn-lt"/>
              </a:defRPr>
            </a:lvl3pPr>
            <a:lvl4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rgbClr val="000000"/>
                </a:solidFill>
                <a:latin typeface="+mn-lt"/>
              </a:defRPr>
            </a:lvl4pPr>
            <a:lvl5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solidFill>
                  <a:srgbClr val="000000"/>
                </a:solidFill>
                <a:latin typeface="+mn-lt"/>
              </a:defRPr>
            </a:lvl5pPr>
            <a:lvl6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latin typeface="+mn-lt"/>
              </a:defRPr>
            </a:lvl6pPr>
            <a:lvl7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latin typeface="+mn-lt"/>
              </a:defRPr>
            </a:lvl7pPr>
            <a:lvl8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latin typeface="+mn-lt"/>
              </a:defRPr>
            </a:lvl8pPr>
            <a:lvl9pPr marL="527987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 b="0">
                <a:latin typeface="+mn-lt"/>
              </a:defRPr>
            </a:lvl9pPr>
          </a:lstStyle>
          <a:p>
            <a:pPr lvl="0"/>
            <a:r>
              <a:rPr lang="en-GB" noProof="0" dirty="0"/>
              <a:t>Click to edit agenda point</a:t>
            </a:r>
          </a:p>
          <a:p>
            <a:pPr lvl="1"/>
            <a:r>
              <a:rPr lang="en-GB" noProof="0" dirty="0"/>
              <a:t>Second level: description/subpoint</a:t>
            </a:r>
          </a:p>
        </p:txBody>
      </p:sp>
    </p:spTree>
    <p:extLst>
      <p:ext uri="{BB962C8B-B14F-4D97-AF65-F5344CB8AC3E}">
        <p14:creationId xmlns:p14="http://schemas.microsoft.com/office/powerpoint/2010/main" val="3597974647"/>
      </p:ext>
    </p:extLst>
  </p:cSld>
  <p:clrMapOvr>
    <a:masterClrMapping/>
  </p:clrMapOvr>
  <p:transition spd="slow">
    <p:push/>
  </p:transition>
  <p:hf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01">
    <p:bg>
      <p:bgPr>
        <a:solidFill>
          <a:srgbClr val="F59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04001" y="408001"/>
            <a:ext cx="7318484" cy="1846660"/>
          </a:xfrm>
        </p:spPr>
        <p:txBody>
          <a:bodyPr wrap="square" anchor="t" anchorCtr="0">
            <a:spAutoFit/>
          </a:bodyPr>
          <a:lstStyle>
            <a:lvl1pPr algn="l">
              <a:lnSpc>
                <a:spcPts val="7200"/>
              </a:lnSpc>
              <a:defRPr sz="6400" b="0" cap="none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chapter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BB259C-5757-1771-2BC3-A6633E6F30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999" y="4648746"/>
            <a:ext cx="2400000" cy="2188633"/>
          </a:xfrm>
        </p:spPr>
        <p:txBody>
          <a:bodyPr wrap="square" anchor="b">
            <a:noAutofit/>
          </a:bodyPr>
          <a:lstStyle>
            <a:lvl1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6266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3pPr>
            <a:lvl4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4pPr>
            <a:lvl5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5pPr>
            <a:lvl6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6pPr>
            <a:lvl7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7pPr>
            <a:lvl8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8pPr>
            <a:lvl9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174909218"/>
      </p:ext>
    </p:extLst>
  </p:cSld>
  <p:clrMapOvr>
    <a:masterClrMapping/>
  </p:clrMapOvr>
  <p:transition spd="slow">
    <p:push/>
  </p:transition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02">
    <p:bg>
      <p:bgPr>
        <a:solidFill>
          <a:srgbClr val="EDEA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04001" y="408001"/>
            <a:ext cx="7318484" cy="1846660"/>
          </a:xfrm>
        </p:spPr>
        <p:txBody>
          <a:bodyPr wrap="square" anchor="t" anchorCtr="0">
            <a:spAutoFit/>
          </a:bodyPr>
          <a:lstStyle>
            <a:lvl1pPr algn="l">
              <a:lnSpc>
                <a:spcPts val="7200"/>
              </a:lnSpc>
              <a:defRPr sz="6400" b="0" cap="none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chapter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BB259C-5757-1771-2BC3-A6633E6F30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999" y="4648746"/>
            <a:ext cx="2400000" cy="2188633"/>
          </a:xfrm>
        </p:spPr>
        <p:txBody>
          <a:bodyPr wrap="square" anchor="b">
            <a:noAutofit/>
          </a:bodyPr>
          <a:lstStyle>
            <a:lvl1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6266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3pPr>
            <a:lvl4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4pPr>
            <a:lvl5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5pPr>
            <a:lvl6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6pPr>
            <a:lvl7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7pPr>
            <a:lvl8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8pPr>
            <a:lvl9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60986535"/>
      </p:ext>
    </p:extLst>
  </p:cSld>
  <p:clrMapOvr>
    <a:masterClrMapping/>
  </p:clrMapOvr>
  <p:transition spd="slow">
    <p:push/>
  </p:transition>
  <p:hf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V03">
    <p:bg>
      <p:bgPr>
        <a:solidFill>
          <a:srgbClr val="7FC7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04001" y="408001"/>
            <a:ext cx="7318484" cy="1846660"/>
          </a:xfrm>
        </p:spPr>
        <p:txBody>
          <a:bodyPr wrap="square" anchor="t" anchorCtr="0">
            <a:spAutoFit/>
          </a:bodyPr>
          <a:lstStyle>
            <a:lvl1pPr algn="l">
              <a:lnSpc>
                <a:spcPts val="7200"/>
              </a:lnSpc>
              <a:defRPr sz="6400" b="0" cap="none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chapter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BB259C-5757-1771-2BC3-A6633E6F30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999" y="4648746"/>
            <a:ext cx="2400000" cy="2188633"/>
          </a:xfrm>
        </p:spPr>
        <p:txBody>
          <a:bodyPr wrap="square" anchor="b">
            <a:noAutofit/>
          </a:bodyPr>
          <a:lstStyle>
            <a:lvl1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6266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3pPr>
            <a:lvl4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4pPr>
            <a:lvl5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5pPr>
            <a:lvl6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6pPr>
            <a:lvl7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7pPr>
            <a:lvl8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8pPr>
            <a:lvl9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42806951"/>
      </p:ext>
    </p:extLst>
  </p:cSld>
  <p:clrMapOvr>
    <a:masterClrMapping/>
  </p:clrMapOvr>
  <p:transition spd="slow">
    <p:push/>
  </p:transition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Image V01">
    <p:bg>
      <p:bgPr>
        <a:solidFill>
          <a:srgbClr val="7FC7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5AF0533A-51F2-BB29-D669-E4AABD18D2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6000"/>
            <a:ext cx="12192000" cy="6762000"/>
          </a:xfrm>
          <a:solidFill>
            <a:schemeClr val="bg1">
              <a:lumMod val="50000"/>
            </a:schemeClr>
          </a:solidFill>
        </p:spPr>
        <p:txBody>
          <a:bodyPr tIns="576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image by clicking on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04001" y="408001"/>
            <a:ext cx="7318484" cy="1846660"/>
          </a:xfrm>
        </p:spPr>
        <p:txBody>
          <a:bodyPr wrap="square" anchor="t" anchorCtr="0">
            <a:spAutoFit/>
          </a:bodyPr>
          <a:lstStyle>
            <a:lvl1pPr algn="l">
              <a:lnSpc>
                <a:spcPts val="7200"/>
              </a:lnSpc>
              <a:defRPr sz="6400" b="0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chapter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BB259C-5757-1771-2BC3-A6633E6F30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999" y="4648746"/>
            <a:ext cx="2400000" cy="2188633"/>
          </a:xfrm>
        </p:spPr>
        <p:txBody>
          <a:bodyPr wrap="square" anchor="b">
            <a:noAutofit/>
          </a:bodyPr>
          <a:lstStyle>
            <a:lvl1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6266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29144073"/>
      </p:ext>
    </p:extLst>
  </p:cSld>
  <p:clrMapOvr>
    <a:masterClrMapping/>
  </p:clrMapOvr>
  <p:transition spd="slow">
    <p:push/>
  </p:transition>
  <p:hf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with Image V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5AF0533A-51F2-BB29-D669-E4AABD18D2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65333" y="96000"/>
            <a:ext cx="5926667" cy="6762000"/>
          </a:xfrm>
          <a:solidFill>
            <a:schemeClr val="bg1">
              <a:lumMod val="50000"/>
            </a:schemeClr>
          </a:solidFill>
        </p:spPr>
        <p:txBody>
          <a:bodyPr tIns="576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image by clicking on icon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04001" y="408001"/>
            <a:ext cx="5424784" cy="1846660"/>
          </a:xfrm>
        </p:spPr>
        <p:txBody>
          <a:bodyPr wrap="square" anchor="t" anchorCtr="0">
            <a:spAutoFit/>
          </a:bodyPr>
          <a:lstStyle>
            <a:lvl1pPr algn="l">
              <a:lnSpc>
                <a:spcPts val="7200"/>
              </a:lnSpc>
              <a:defRPr sz="6400" b="0" cap="none" baseline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chapter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BB259C-5757-1771-2BC3-A6633E6F30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999" y="4648746"/>
            <a:ext cx="2400000" cy="2188633"/>
          </a:xfrm>
        </p:spPr>
        <p:txBody>
          <a:bodyPr wrap="square" anchor="b">
            <a:noAutofit/>
          </a:bodyPr>
          <a:lstStyle>
            <a:lvl1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6266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3pPr>
            <a:lvl4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4pPr>
            <a:lvl5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5pPr>
            <a:lvl6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6pPr>
            <a:lvl7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7pPr>
            <a:lvl8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8pPr>
            <a:lvl9pPr marL="0" indent="0">
              <a:lnSpc>
                <a:spcPts val="17066"/>
              </a:lnSpc>
              <a:spcBef>
                <a:spcPts val="0"/>
              </a:spcBef>
              <a:spcAft>
                <a:spcPts val="0"/>
              </a:spcAft>
              <a:buNone/>
              <a:defRPr sz="16266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39541954"/>
      </p:ext>
    </p:extLst>
  </p:cSld>
  <p:clrMapOvr>
    <a:masterClrMapping/>
  </p:clrMapOvr>
  <p:transition spd="slow">
    <p:push/>
  </p:transition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less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ON_Logo_r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001" y="5836800"/>
            <a:ext cx="1749836" cy="5232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00675"/>
            <a:ext cx="9264000" cy="1367896"/>
          </a:xfrm>
        </p:spPr>
        <p:txBody>
          <a:bodyPr>
            <a:spAutoFit/>
          </a:bodyPr>
          <a:lstStyle>
            <a:lvl1pPr algn="l">
              <a:lnSpc>
                <a:spcPts val="5333"/>
              </a:lnSpc>
              <a:spcAft>
                <a:spcPts val="0"/>
              </a:spcAft>
              <a:defRPr sz="5333">
                <a:solidFill>
                  <a:srgbClr val="EA1B0A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Click to edit closing statement/ conclusion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2609280"/>
            <a:ext cx="5424784" cy="24365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tx1"/>
                </a:solidFill>
                <a:latin typeface="+mj-lt"/>
              </a:defRPr>
            </a:lvl1pPr>
            <a:lvl2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2pPr>
            <a:lvl3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3pPr>
            <a:lvl4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4pPr>
            <a:lvl5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5pPr>
            <a:lvl6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6pPr>
            <a:lvl7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7pPr>
            <a:lvl8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8pPr>
            <a:lvl9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edit Name Surname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35ECDFF-7CF6-88A7-3B86-3DF7C124D6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000" y="3140968"/>
            <a:ext cx="5424784" cy="2872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edit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261834530"/>
      </p:ext>
    </p:extLst>
  </p:cSld>
  <p:clrMapOvr>
    <a:masterClrMapping/>
  </p:clrMapOvr>
  <p:transition spd="slow">
    <p:push/>
  </p:transition>
  <p:hf hdr="0" ft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Image 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55CDBE4-8E1E-DDB1-3A2E-D667E4574F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6000"/>
            <a:ext cx="12192000" cy="6762000"/>
          </a:xfrm>
          <a:solidFill>
            <a:schemeClr val="bg1">
              <a:lumMod val="50000"/>
            </a:schemeClr>
          </a:solidFill>
        </p:spPr>
        <p:txBody>
          <a:bodyPr tIns="576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image by clicking on icon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00675"/>
            <a:ext cx="9264000" cy="1367896"/>
          </a:xfrm>
        </p:spPr>
        <p:txBody>
          <a:bodyPr>
            <a:spAutoFit/>
          </a:bodyPr>
          <a:lstStyle>
            <a:lvl1pPr algn="l">
              <a:lnSpc>
                <a:spcPts val="5333"/>
              </a:lnSpc>
              <a:spcAft>
                <a:spcPts val="0"/>
              </a:spcAft>
              <a:defRPr sz="5333">
                <a:solidFill>
                  <a:schemeClr val="bg1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Click to edit closing statement/ conclusion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2609280"/>
            <a:ext cx="5424000" cy="24365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edit Name Surname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35ECDFF-7CF6-88A7-3B86-3DF7C124D6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000" y="3140968"/>
            <a:ext cx="5424000" cy="2872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edit contact information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DCBCDE-2D70-DF92-5328-B681C9E23C77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505893" y="5836801"/>
            <a:ext cx="1751561" cy="523716"/>
          </a:xfrm>
          <a:custGeom>
            <a:avLst/>
            <a:gdLst>
              <a:gd name="connsiteX0" fmla="*/ 0 w 5715000"/>
              <a:gd name="connsiteY0" fmla="*/ 0 h 72000"/>
              <a:gd name="connsiteX1" fmla="*/ 5715000 w 5715000"/>
              <a:gd name="connsiteY1" fmla="*/ 0 h 72000"/>
              <a:gd name="connsiteX2" fmla="*/ 5715000 w 5715000"/>
              <a:gd name="connsiteY2" fmla="*/ 72000 h 72000"/>
              <a:gd name="connsiteX3" fmla="*/ 0 w 5715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72000">
                <a:moveTo>
                  <a:pt x="0" y="0"/>
                </a:moveTo>
                <a:lnTo>
                  <a:pt x="5715000" y="0"/>
                </a:lnTo>
                <a:lnTo>
                  <a:pt x="5715000" y="72000"/>
                </a:lnTo>
                <a:lnTo>
                  <a:pt x="0" y="72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33">
                <a:noFill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9pPr>
          </a:lstStyle>
          <a:p>
            <a:pPr lvl="0"/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5009759"/>
      </p:ext>
    </p:extLst>
  </p:cSld>
  <p:clrMapOvr>
    <a:masterClrMapping/>
  </p:clrMapOvr>
  <p:transition spd="slow">
    <p:push/>
  </p:transition>
  <p:hf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Image V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55CDBE4-8E1E-DDB1-3A2E-D667E4574F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72000" y="96000"/>
            <a:ext cx="7620000" cy="6762000"/>
          </a:xfrm>
          <a:solidFill>
            <a:schemeClr val="bg1">
              <a:lumMod val="50000"/>
            </a:schemeClr>
          </a:solidFill>
        </p:spPr>
        <p:txBody>
          <a:bodyPr tIns="576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image by clicking on icon</a:t>
            </a:r>
          </a:p>
        </p:txBody>
      </p:sp>
      <p:pic>
        <p:nvPicPr>
          <p:cNvPr id="5" name="EON_Logo_r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001" y="5836800"/>
            <a:ext cx="1749836" cy="5232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00675"/>
            <a:ext cx="3504000" cy="1846660"/>
          </a:xfrm>
        </p:spPr>
        <p:txBody>
          <a:bodyPr>
            <a:spAutoFit/>
          </a:bodyPr>
          <a:lstStyle>
            <a:lvl1pPr algn="l">
              <a:lnSpc>
                <a:spcPts val="4800"/>
              </a:lnSpc>
              <a:spcAft>
                <a:spcPts val="0"/>
              </a:spcAft>
              <a:defRPr sz="4800">
                <a:solidFill>
                  <a:srgbClr val="EA1B0A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5pPr>
          </a:lstStyle>
          <a:p>
            <a:pPr lvl="0"/>
            <a:r>
              <a:rPr lang="en-GB" noProof="0" dirty="0"/>
              <a:t>Conclusion/ closing statement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2609280"/>
            <a:ext cx="3504000" cy="243656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rgbClr val="EA1B0A"/>
                </a:solidFill>
                <a:latin typeface="+mj-lt"/>
              </a:defRPr>
            </a:lvl1pPr>
            <a:lvl2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2pPr>
            <a:lvl3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3pPr>
            <a:lvl4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4pPr>
            <a:lvl5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5pPr>
            <a:lvl6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6pPr>
            <a:lvl7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7pPr>
            <a:lvl8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8pPr>
            <a:lvl9pPr marL="0" indent="0" algn="l">
              <a:lnSpc>
                <a:spcPts val="1947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edit Name Surname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35ECDFF-7CF6-88A7-3B86-3DF7C124D6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000" y="3140968"/>
            <a:ext cx="3504000" cy="2872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867">
                <a:solidFill>
                  <a:srgbClr val="EA1B0A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solidFill>
                  <a:schemeClr val="accent1"/>
                </a:solidFill>
                <a:latin typeface="+mj-lt"/>
              </a:defRPr>
            </a:lvl9pPr>
          </a:lstStyle>
          <a:p>
            <a:pPr lvl="0"/>
            <a:r>
              <a:rPr lang="en-GB" noProof="0"/>
              <a:t>Click to edit 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97788571"/>
      </p:ext>
    </p:extLst>
  </p:cSld>
  <p:clrMapOvr>
    <a:masterClrMapping/>
  </p:clrMapOvr>
  <p:transition spd="slow">
    <p:push/>
  </p:transition>
  <p:hf hdr="0" ft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chart with Image V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55CDBE4-8E1E-DDB1-3A2E-D667E4574F9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96000"/>
            <a:ext cx="12192000" cy="6762000"/>
          </a:xfrm>
          <a:solidFill>
            <a:schemeClr val="bg1">
              <a:lumMod val="50000"/>
            </a:schemeClr>
          </a:solidFill>
        </p:spPr>
        <p:txBody>
          <a:bodyPr tIns="72000"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To insert a background image: Please select an image by clicking on the “Insert” tab and choosing the “Pictures” command.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464000" y="1826236"/>
            <a:ext cx="9264000" cy="3282951"/>
          </a:xfrm>
        </p:spPr>
        <p:txBody>
          <a:bodyPr anchor="ctr">
            <a:spAutoFit/>
          </a:bodyPr>
          <a:lstStyle>
            <a:lvl1pPr algn="ctr">
              <a:lnSpc>
                <a:spcPts val="12800"/>
              </a:lnSpc>
              <a:spcAft>
                <a:spcPts val="0"/>
              </a:spcAft>
              <a:defRPr sz="12800">
                <a:solidFill>
                  <a:schemeClr val="bg1"/>
                </a:solidFill>
                <a:latin typeface="+mj-lt"/>
              </a:defRPr>
            </a:lvl1pPr>
            <a:lvl2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2pPr>
            <a:lvl3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3pPr>
            <a:lvl4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4pPr>
            <a:lvl5pPr algn="r">
              <a:lnSpc>
                <a:spcPct val="100000"/>
              </a:lnSpc>
              <a:spcAft>
                <a:spcPts val="0"/>
              </a:spcAft>
              <a:defRPr sz="8000">
                <a:solidFill>
                  <a:srgbClr val="EA1C0A"/>
                </a:solidFill>
                <a:latin typeface="+mj-lt"/>
              </a:defRPr>
            </a:lvl5pPr>
          </a:lstStyle>
          <a:p>
            <a:pPr lvl="0"/>
            <a:r>
              <a:rPr lang="en-GB" noProof="0"/>
              <a:t>Closing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DCBCDE-2D70-DF92-5328-B681C9E23C77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5220221" y="5836801"/>
            <a:ext cx="1751561" cy="523716"/>
          </a:xfrm>
          <a:custGeom>
            <a:avLst/>
            <a:gdLst>
              <a:gd name="connsiteX0" fmla="*/ 0 w 5715000"/>
              <a:gd name="connsiteY0" fmla="*/ 0 h 72000"/>
              <a:gd name="connsiteX1" fmla="*/ 5715000 w 5715000"/>
              <a:gd name="connsiteY1" fmla="*/ 0 h 72000"/>
              <a:gd name="connsiteX2" fmla="*/ 5715000 w 5715000"/>
              <a:gd name="connsiteY2" fmla="*/ 72000 h 72000"/>
              <a:gd name="connsiteX3" fmla="*/ 0 w 5715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72000">
                <a:moveTo>
                  <a:pt x="0" y="0"/>
                </a:moveTo>
                <a:lnTo>
                  <a:pt x="5715000" y="0"/>
                </a:lnTo>
                <a:lnTo>
                  <a:pt x="5715000" y="72000"/>
                </a:lnTo>
                <a:lnTo>
                  <a:pt x="0" y="72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33">
                <a:noFill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">
                <a:noFill/>
              </a:defRPr>
            </a:lvl9pPr>
          </a:lstStyle>
          <a:p>
            <a:pPr lvl="0"/>
            <a:r>
              <a:rPr lang="en-GB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06951162"/>
      </p:ext>
    </p:extLst>
  </p:cSld>
  <p:clrMapOvr>
    <a:masterClrMapping/>
  </p:clrMapOvr>
  <p:transition spd="slow">
    <p:push/>
  </p:transition>
  <p:hf hdr="0" ft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full color 1">
    <p:bg>
      <p:bgPr>
        <a:solidFill>
          <a:srgbClr val="5CC1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0400" y="1545600"/>
            <a:ext cx="8016000" cy="3432000"/>
          </a:xfrm>
        </p:spPr>
        <p:txBody>
          <a:bodyPr anchor="b" anchorCtr="0">
            <a:noAutofit/>
          </a:bodyPr>
          <a:lstStyle>
            <a:lvl1pPr algn="r">
              <a:lnSpc>
                <a:spcPts val="8533"/>
              </a:lnSpc>
              <a:defRPr sz="8533" b="0" cap="none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de-DE" dirty="0"/>
          </a:p>
        </p:txBody>
      </p:sp>
      <p:grpSp>
        <p:nvGrpSpPr>
          <p:cNvPr id="3" name="Gruppieren 2"/>
          <p:cNvGrpSpPr/>
          <p:nvPr userDrawn="1"/>
        </p:nvGrpSpPr>
        <p:grpSpPr>
          <a:xfrm>
            <a:off x="8870400" y="0"/>
            <a:ext cx="3321600" cy="6859200"/>
            <a:chOff x="6652800" y="0"/>
            <a:chExt cx="2491200" cy="5144400"/>
          </a:xfrm>
        </p:grpSpPr>
        <p:sp>
          <p:nvSpPr>
            <p:cNvPr id="8" name="Rechteck 7"/>
            <p:cNvSpPr/>
            <p:nvPr userDrawn="1"/>
          </p:nvSpPr>
          <p:spPr>
            <a:xfrm>
              <a:off x="7030800" y="0"/>
              <a:ext cx="2113200" cy="5144400"/>
            </a:xfrm>
            <a:prstGeom prst="rect">
              <a:avLst/>
            </a:prstGeom>
            <a:solidFill>
              <a:srgbClr val="EA1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 dirty="0"/>
            </a:p>
          </p:txBody>
        </p:sp>
        <p:sp>
          <p:nvSpPr>
            <p:cNvPr id="9" name="Rechteck 8"/>
            <p:cNvSpPr/>
            <p:nvPr userDrawn="1"/>
          </p:nvSpPr>
          <p:spPr>
            <a:xfrm>
              <a:off x="6652800" y="0"/>
              <a:ext cx="378000" cy="5144400"/>
            </a:xfrm>
            <a:prstGeom prst="rect">
              <a:avLst/>
            </a:prstGeom>
            <a:solidFill>
              <a:srgbClr val="B0040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400"/>
            </a:p>
          </p:txBody>
        </p:sp>
      </p:grpSp>
    </p:spTree>
    <p:extLst>
      <p:ext uri="{BB962C8B-B14F-4D97-AF65-F5344CB8AC3E}">
        <p14:creationId xmlns:p14="http://schemas.microsoft.com/office/powerpoint/2010/main" val="3990508064"/>
      </p:ext>
    </p:extLst>
  </p:cSld>
  <p:clrMapOvr>
    <a:masterClrMapping/>
  </p:clrMapOvr>
  <p:transition spd="slow">
    <p:push/>
  </p:transition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29" Type="http://schemas.openxmlformats.org/officeDocument/2006/relationships/image" Target="../media/image4.emf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tags" Target="../tags/tag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635FA2F-196F-B7E9-F8E7-BA2662EB250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80000" y="512763"/>
            <a:ext cx="11232000" cy="8863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41CCA2-64AC-011A-6E48-D7BAE381437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80000" y="1808163"/>
            <a:ext cx="11232000" cy="410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303A87-3372-7C52-3A6E-92D7BAAC45F2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9983998" y="6526212"/>
            <a:ext cx="1188000" cy="138499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r">
              <a:defRPr sz="900" b="0">
                <a:solidFill>
                  <a:schemeClr val="tx1"/>
                </a:solidFill>
              </a:defRPr>
            </a:lvl1pPr>
          </a:lstStyle>
          <a:p>
            <a:fld id="{4166F76A-4900-864D-B9F6-2488814C2A20}" type="datetime1">
              <a:rPr lang="de-DE" smtClean="0"/>
              <a:t>01.02.2026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57ADF3-BF8D-274D-175D-117F148AB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80000" y="6526212"/>
            <a:ext cx="5436000" cy="138499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de-DE"/>
              <a:t>New E.ON PowerPoint Master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28E599-8D88-7F1F-581D-9EE50A461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51999" y="6526212"/>
            <a:ext cx="360001" cy="138499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r">
              <a:defRPr sz="900" b="1">
                <a:solidFill>
                  <a:schemeClr val="tx1"/>
                </a:solidFill>
              </a:defRPr>
            </a:lvl1pPr>
          </a:lstStyle>
          <a:p>
            <a:fld id="{01FFFE70-FC19-4A94-9D10-0B3C8E890CB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empower - DO NOT DELETE!!!" hidden="1">
            <a:extLst>
              <a:ext uri="{FF2B5EF4-FFF2-40B4-BE49-F238E27FC236}">
                <a16:creationId xmlns:a16="http://schemas.microsoft.com/office/drawing/2014/main" id="{CD89FD70-3824-0C4D-517B-1E78167FED4E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lvl="0" algn="ctr" defTabSz="540000">
              <a:lnSpc>
                <a:spcPct val="120000"/>
              </a:lnSpc>
              <a:spcAft>
                <a:spcPts val="400"/>
              </a:spcAft>
            </a:pPr>
            <a:endParaRPr lang="de-DE" sz="1400"/>
          </a:p>
        </p:txBody>
      </p:sp>
    </p:spTree>
    <p:extLst>
      <p:ext uri="{BB962C8B-B14F-4D97-AF65-F5344CB8AC3E}">
        <p14:creationId xmlns:p14="http://schemas.microsoft.com/office/powerpoint/2010/main" val="2042808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0" r:id="rId2"/>
    <p:sldLayoutId id="2147483678" r:id="rId3"/>
    <p:sldLayoutId id="2147483679" r:id="rId4"/>
    <p:sldLayoutId id="2147483680" r:id="rId5"/>
    <p:sldLayoutId id="2147483685" r:id="rId6"/>
    <p:sldLayoutId id="2147483687" r:id="rId7"/>
    <p:sldLayoutId id="2147483681" r:id="rId8"/>
    <p:sldLayoutId id="2147483686" r:id="rId9"/>
    <p:sldLayoutId id="2147483682" r:id="rId10"/>
    <p:sldLayoutId id="2147483656" r:id="rId11"/>
    <p:sldLayoutId id="2147483657" r:id="rId12"/>
    <p:sldLayoutId id="2147483684" r:id="rId13"/>
    <p:sldLayoutId id="2147483691" r:id="rId14"/>
    <p:sldLayoutId id="2147483675" r:id="rId15"/>
    <p:sldLayoutId id="2147483658" r:id="rId16"/>
    <p:sldLayoutId id="2147483671" r:id="rId17"/>
    <p:sldLayoutId id="2147483670" r:id="rId18"/>
    <p:sldLayoutId id="2147483659" r:id="rId19"/>
    <p:sldLayoutId id="2147483660" r:id="rId20"/>
    <p:sldLayoutId id="2147483683" r:id="rId21"/>
    <p:sldLayoutId id="2147483661" r:id="rId22"/>
    <p:sldLayoutId id="2147483664" r:id="rId23"/>
    <p:sldLayoutId id="2147483665" r:id="rId24"/>
    <p:sldLayoutId id="2147483666" r:id="rId25"/>
    <p:sldLayoutId id="2147483667" r:id="rId26"/>
    <p:sldLayoutId id="2147483669" r:id="rId27"/>
    <p:sldLayoutId id="2147483668" r:id="rId28"/>
  </p:sldLayoutIdLst>
  <p:transition spd="slow">
    <p:push/>
  </p:transition>
  <p:hf hdr="0" dt="0"/>
  <p:txStyles>
    <p:titleStyle>
      <a:lvl1pPr algn="l" defTabSz="5400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2160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50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0175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52400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733550" indent="-215900" algn="l" defTabSz="540000" rtl="0" eaLnBrk="1" latinLnBrk="0" hangingPunct="1">
        <a:lnSpc>
          <a:spcPct val="120000"/>
        </a:lnSpc>
        <a:spcBef>
          <a:spcPts val="0"/>
        </a:spcBef>
        <a:spcAft>
          <a:spcPts val="400"/>
        </a:spcAft>
        <a:buFont typeface="EON Brix Sans" panose="020B0500000000000000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2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323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2EA5ACA9-9D57-4185-D997-BD210D4A9B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46598350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06" imgH="306" progId="TCLayout.ActiveDocument.1">
                  <p:embed/>
                </p:oleObj>
              </mc:Choice>
              <mc:Fallback>
                <p:oleObj name="think-cell Slide" r:id="rId28" imgW="306" imgH="306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2EA5ACA9-9D57-4185-D997-BD210D4A9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737D0B-EFBD-190C-1EC7-3CA8A6972D7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0" y="0"/>
            <a:ext cx="3048000" cy="96000"/>
          </a:xfrm>
          <a:custGeom>
            <a:avLst/>
            <a:gdLst>
              <a:gd name="connsiteX0" fmla="*/ 0 w 2286000"/>
              <a:gd name="connsiteY0" fmla="*/ 0 h 72000"/>
              <a:gd name="connsiteX1" fmla="*/ 2286000 w 2286000"/>
              <a:gd name="connsiteY1" fmla="*/ 0 h 72000"/>
              <a:gd name="connsiteX2" fmla="*/ 2286000 w 2286000"/>
              <a:gd name="connsiteY2" fmla="*/ 72000 h 72000"/>
              <a:gd name="connsiteX3" fmla="*/ 0 w 2286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72000">
                <a:moveTo>
                  <a:pt x="0" y="0"/>
                </a:moveTo>
                <a:lnTo>
                  <a:pt x="2286000" y="0"/>
                </a:lnTo>
                <a:lnTo>
                  <a:pt x="2286000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C0A"/>
              </a:buClr>
              <a:buFont typeface="EON Brix Sans" panose="020B0500000000000000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en-GB" sz="133" noProof="0" dirty="0"/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D44AA2-C054-D019-F26E-C05BF7B09BE9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048000" y="0"/>
            <a:ext cx="1524000" cy="96000"/>
          </a:xfrm>
          <a:custGeom>
            <a:avLst/>
            <a:gdLst>
              <a:gd name="connsiteX0" fmla="*/ 0 w 1143000"/>
              <a:gd name="connsiteY0" fmla="*/ 0 h 72000"/>
              <a:gd name="connsiteX1" fmla="*/ 1143000 w 1143000"/>
              <a:gd name="connsiteY1" fmla="*/ 0 h 72000"/>
              <a:gd name="connsiteX2" fmla="*/ 1143000 w 1143000"/>
              <a:gd name="connsiteY2" fmla="*/ 72000 h 72000"/>
              <a:gd name="connsiteX3" fmla="*/ 0 w 1143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3000" h="72000">
                <a:moveTo>
                  <a:pt x="0" y="0"/>
                </a:moveTo>
                <a:lnTo>
                  <a:pt x="1143000" y="0"/>
                </a:lnTo>
                <a:lnTo>
                  <a:pt x="1143000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C0A"/>
              </a:buClr>
              <a:buFont typeface="EON Brix Sans" panose="020B0500000000000000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en-GB" sz="133" noProof="0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6BD5AA6-DBEF-BB56-1236-26914F4241D3}"/>
              </a:ext>
            </a:extLst>
          </p:cNvPr>
          <p:cNvSpPr txBox="1">
            <a:spLocks/>
          </p:cNvSpPr>
          <p:nvPr userDrawn="1"/>
        </p:nvSpPr>
        <p:spPr bwMode="gray">
          <a:xfrm>
            <a:off x="4572000" y="0"/>
            <a:ext cx="7620000" cy="96000"/>
          </a:xfrm>
          <a:custGeom>
            <a:avLst/>
            <a:gdLst>
              <a:gd name="connsiteX0" fmla="*/ 0 w 5715000"/>
              <a:gd name="connsiteY0" fmla="*/ 0 h 72000"/>
              <a:gd name="connsiteX1" fmla="*/ 5715000 w 5715000"/>
              <a:gd name="connsiteY1" fmla="*/ 0 h 72000"/>
              <a:gd name="connsiteX2" fmla="*/ 5715000 w 5715000"/>
              <a:gd name="connsiteY2" fmla="*/ 72000 h 72000"/>
              <a:gd name="connsiteX3" fmla="*/ 0 w 5715000"/>
              <a:gd name="connsiteY3" fmla="*/ 72000 h 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72000">
                <a:moveTo>
                  <a:pt x="0" y="0"/>
                </a:moveTo>
                <a:lnTo>
                  <a:pt x="5715000" y="0"/>
                </a:lnTo>
                <a:lnTo>
                  <a:pt x="5715000" y="72000"/>
                </a:lnTo>
                <a:lnTo>
                  <a:pt x="0" y="72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1C0A"/>
              </a:buClr>
              <a:buFont typeface="EON Brix Sans" panose="020B0500000000000000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00" kern="100" baseline="0">
                <a:noFill/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EON Brix Sans" panose="020B0604020202020204" pitchFamily="34" charset="0"/>
              <a:buNone/>
              <a:defRPr sz="100" kern="1200">
                <a:noFill/>
                <a:latin typeface="+mn-lt"/>
                <a:ea typeface="+mn-ea"/>
                <a:cs typeface="+mn-cs"/>
              </a:defRPr>
            </a:lvl9pPr>
          </a:lstStyle>
          <a:p>
            <a:r>
              <a:rPr lang="en-GB" sz="133" noProof="0" dirty="0"/>
              <a:t> 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501649" y="504001"/>
            <a:ext cx="11184000" cy="4289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 dirty="0"/>
              <a:t>Click to edit slide title (maximum two lines)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501651" y="1828800"/>
            <a:ext cx="11184000" cy="4065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10102849" y="6513601"/>
            <a:ext cx="1176000" cy="1726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lnSpc>
                <a:spcPts val="1500"/>
              </a:lnSpc>
              <a:defRPr sz="933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0"/>
              <a:t>26.01.2023</a:t>
            </a:r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501651" y="6513601"/>
            <a:ext cx="7056000" cy="1726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ts val="1500"/>
              </a:lnSpc>
              <a:defRPr sz="933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352233" y="6513601"/>
            <a:ext cx="336000" cy="1726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lnSpc>
                <a:spcPts val="1500"/>
              </a:lnSpc>
              <a:defRPr sz="933" b="1">
                <a:solidFill>
                  <a:schemeClr val="tx1"/>
                </a:solidFill>
                <a:latin typeface="+mn-lt"/>
              </a:defRPr>
            </a:lvl1pPr>
          </a:lstStyle>
          <a:p>
            <a:fld id="{93C795C4-4A26-412B-AA90-98E97FF83D41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43465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</p:sldLayoutIdLst>
  <p:transition spd="slow">
    <p:push/>
  </p:transition>
  <p:hf hdr="0" ftr="0"/>
  <p:txStyles>
    <p:titleStyle>
      <a:lvl1pPr algn="l" defTabSz="1219170" rtl="0" eaLnBrk="1" latinLnBrk="0" hangingPunct="1">
        <a:lnSpc>
          <a:spcPct val="87000"/>
        </a:lnSpc>
        <a:spcBef>
          <a:spcPct val="0"/>
        </a:spcBef>
        <a:buNone/>
        <a:defRPr sz="3200" kern="100" baseline="0">
          <a:solidFill>
            <a:srgbClr val="EA1B0A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EON Brix Sans" panose="020B0604020202020204" pitchFamily="34" charset="0"/>
        <a:buNone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1pPr>
      <a:lvl2pPr marL="239178" indent="-239177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ClrTx/>
        <a:buFont typeface="EON Brix Sans" panose="020B0500000000000000" pitchFamily="34" charset="0"/>
        <a:buChar char="•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2pPr>
      <a:lvl3pPr marL="478355" indent="-239178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EON Brix Sans" panose="020B0604020202020204" pitchFamily="34" charset="0"/>
        <a:buChar char="–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3pPr>
      <a:lvl4pPr marL="717533" indent="-239177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EON Brix Sans" panose="020B0604020202020204" pitchFamily="34" charset="0"/>
        <a:buChar char="–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4pPr>
      <a:lvl5pPr marL="956709" indent="-239178" algn="l" defTabSz="1219170" rtl="0" eaLnBrk="1" latinLnBrk="0" hangingPunct="1">
        <a:lnSpc>
          <a:spcPts val="2333"/>
        </a:lnSpc>
        <a:spcBef>
          <a:spcPts val="0"/>
        </a:spcBef>
        <a:spcAft>
          <a:spcPts val="800"/>
        </a:spcAft>
        <a:buFont typeface="EON Brix Sans" panose="020B0500000000000000" pitchFamily="34" charset="0"/>
        <a:buChar char="–"/>
        <a:defRPr sz="1867" kern="1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EON Brix Sans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EON Brix Sans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EON Brix Sans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EON Brix Sans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63">
          <p15:clr>
            <a:srgbClr val="F26B43"/>
          </p15:clr>
        </p15:guide>
        <p15:guide id="2" pos="237">
          <p15:clr>
            <a:srgbClr val="F26B43"/>
          </p15:clr>
        </p15:guide>
        <p15:guide id="3" pos="5522">
          <p15:clr>
            <a:srgbClr val="F26B43"/>
          </p15:clr>
        </p15:guide>
        <p15:guide id="4" pos="987">
          <p15:clr>
            <a:srgbClr val="F26B43"/>
          </p15:clr>
        </p15:guide>
        <p15:guide id="5" pos="2052">
          <p15:clr>
            <a:srgbClr val="F26B43"/>
          </p15:clr>
        </p15:guide>
        <p15:guide id="6" pos="3707">
          <p15:clr>
            <a:srgbClr val="F26B43"/>
          </p15:clr>
        </p15:guide>
        <p15:guide id="7" pos="3866">
          <p15:clr>
            <a:srgbClr val="F26B43"/>
          </p15:clr>
        </p15:guide>
        <p15:guide id="8" orient="horz" pos="2786">
          <p15:clr>
            <a:srgbClr val="F26B43"/>
          </p15:clr>
        </p15:guide>
        <p15:guide id="9" pos="2801">
          <p15:clr>
            <a:srgbClr val="F26B43"/>
          </p15:clr>
        </p15:guide>
        <p15:guide id="10" pos="2960">
          <p15:clr>
            <a:srgbClr val="F26B43"/>
          </p15:clr>
        </p15:guide>
        <p15:guide id="11" pos="1145">
          <p15:clr>
            <a:srgbClr val="F26B43"/>
          </p15:clr>
        </p15:guide>
        <p15:guide id="12" pos="1893">
          <p15:clr>
            <a:srgbClr val="F26B43"/>
          </p15:clr>
        </p15:guide>
        <p15:guide id="13" pos="4616">
          <p15:clr>
            <a:srgbClr val="F26B43"/>
          </p15:clr>
        </p15:guide>
        <p15:guide id="14" pos="4773">
          <p15:clr>
            <a:srgbClr val="F26B43"/>
          </p15:clr>
        </p15:guide>
        <p15:guide id="15" orient="horz" pos="237">
          <p15:clr>
            <a:srgbClr val="F26B43"/>
          </p15:clr>
        </p15:guide>
        <p15:guide id="16" orient="horz" pos="300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espboards.dev/esp32/esp32-s3-zero/" TargetMode="Externa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hyperlink" Target="https://circuitpython.org/board/waveshare_esp32_s3_zer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láb helye 1">
            <a:extLst>
              <a:ext uri="{FF2B5EF4-FFF2-40B4-BE49-F238E27FC236}">
                <a16:creationId xmlns:a16="http://schemas.microsoft.com/office/drawing/2014/main" id="{7F77F62D-E888-1DB1-3BA7-04913CB3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569700" y="6692900"/>
            <a:ext cx="0" cy="0"/>
          </a:xfrm>
        </p:spPr>
        <p:txBody>
          <a:bodyPr/>
          <a:lstStyle/>
          <a:p>
            <a:r>
              <a:rPr lang="de-DE"/>
              <a:t>New E.ON PowerPoint Master</a:t>
            </a: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13A63C61-A732-3D7D-FDBD-E6C916A8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9700" y="6692900"/>
            <a:ext cx="0" cy="0"/>
          </a:xfrm>
        </p:spPr>
        <p:txBody>
          <a:bodyPr/>
          <a:lstStyle/>
          <a:p>
            <a:fld id="{01FFFE70-FC19-4A94-9D10-0B3C8E890CB2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6" name="Cím 5">
            <a:extLst>
              <a:ext uri="{FF2B5EF4-FFF2-40B4-BE49-F238E27FC236}">
                <a16:creationId xmlns:a16="http://schemas.microsoft.com/office/drawing/2014/main" id="{7990FAFE-9271-7640-3B6F-7CFCD3C8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464" y="448574"/>
            <a:ext cx="9288001" cy="76245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u-HU" dirty="0"/>
              <a:t>A vizsgáló eszköz</a:t>
            </a:r>
            <a:br>
              <a:rPr lang="hu-HU" sz="3200" dirty="0">
                <a:latin typeface="+mn-lt"/>
                <a:ea typeface="+mn-ea"/>
                <a:cs typeface="+mn-cs"/>
              </a:rPr>
            </a:br>
            <a:r>
              <a:rPr lang="hu-HU" sz="3200" dirty="0">
                <a:latin typeface="+mn-lt"/>
                <a:ea typeface="+mn-ea"/>
                <a:cs typeface="+mn-cs"/>
              </a:rPr>
              <a:t>Felépítés</a:t>
            </a:r>
            <a:br>
              <a:rPr lang="hu-HU" sz="6000" dirty="0">
                <a:solidFill>
                  <a:schemeClr val="tx1"/>
                </a:solidFill>
              </a:rPr>
            </a:br>
            <a:endParaRPr lang="hu-HU" sz="3200" dirty="0">
              <a:latin typeface="+mn-lt"/>
              <a:ea typeface="+mn-ea"/>
              <a:cs typeface="+mn-cs"/>
            </a:endParaRPr>
          </a:p>
        </p:txBody>
      </p:sp>
      <p:sp>
        <p:nvSpPr>
          <p:cNvPr id="25" name="Szabadkézi sokszög: alakzat 24">
            <a:extLst>
              <a:ext uri="{FF2B5EF4-FFF2-40B4-BE49-F238E27FC236}">
                <a16:creationId xmlns:a16="http://schemas.microsoft.com/office/drawing/2014/main" id="{23DAAAC4-FD28-94ED-6596-E2FD3665351E}"/>
              </a:ext>
            </a:extLst>
          </p:cNvPr>
          <p:cNvSpPr/>
          <p:nvPr/>
        </p:nvSpPr>
        <p:spPr>
          <a:xfrm>
            <a:off x="1078176" y="2526509"/>
            <a:ext cx="3074600" cy="3653627"/>
          </a:xfrm>
          <a:custGeom>
            <a:avLst/>
            <a:gdLst>
              <a:gd name="connsiteX0" fmla="*/ 512444 w 3074600"/>
              <a:gd name="connsiteY0" fmla="*/ 0 h 3653627"/>
              <a:gd name="connsiteX1" fmla="*/ 2562156 w 3074600"/>
              <a:gd name="connsiteY1" fmla="*/ 0 h 3653627"/>
              <a:gd name="connsiteX2" fmla="*/ 3074600 w 3074600"/>
              <a:gd name="connsiteY2" fmla="*/ 512444 h 3653627"/>
              <a:gd name="connsiteX3" fmla="*/ 3074600 w 3074600"/>
              <a:gd name="connsiteY3" fmla="*/ 1436922 h 3653627"/>
              <a:gd name="connsiteX4" fmla="*/ 3062597 w 3074600"/>
              <a:gd name="connsiteY4" fmla="*/ 1440648 h 3653627"/>
              <a:gd name="connsiteX5" fmla="*/ 2806630 w 3074600"/>
              <a:gd name="connsiteY5" fmla="*/ 1826813 h 3653627"/>
              <a:gd name="connsiteX6" fmla="*/ 3062597 w 3074600"/>
              <a:gd name="connsiteY6" fmla="*/ 2212978 h 3653627"/>
              <a:gd name="connsiteX7" fmla="*/ 3074600 w 3074600"/>
              <a:gd name="connsiteY7" fmla="*/ 2216704 h 3653627"/>
              <a:gd name="connsiteX8" fmla="*/ 3074600 w 3074600"/>
              <a:gd name="connsiteY8" fmla="*/ 3141183 h 3653627"/>
              <a:gd name="connsiteX9" fmla="*/ 2562156 w 3074600"/>
              <a:gd name="connsiteY9" fmla="*/ 3653627 h 3653627"/>
              <a:gd name="connsiteX10" fmla="*/ 512444 w 3074600"/>
              <a:gd name="connsiteY10" fmla="*/ 3653627 h 3653627"/>
              <a:gd name="connsiteX11" fmla="*/ 0 w 3074600"/>
              <a:gd name="connsiteY11" fmla="*/ 3141183 h 3653627"/>
              <a:gd name="connsiteX12" fmla="*/ 0 w 3074600"/>
              <a:gd name="connsiteY12" fmla="*/ 512444 h 3653627"/>
              <a:gd name="connsiteX13" fmla="*/ 512444 w 3074600"/>
              <a:gd name="connsiteY13" fmla="*/ 0 h 365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4600" h="3653627">
                <a:moveTo>
                  <a:pt x="512444" y="0"/>
                </a:moveTo>
                <a:lnTo>
                  <a:pt x="2562156" y="0"/>
                </a:lnTo>
                <a:cubicBezTo>
                  <a:pt x="2845171" y="0"/>
                  <a:pt x="3074600" y="229429"/>
                  <a:pt x="3074600" y="512444"/>
                </a:cubicBezTo>
                <a:lnTo>
                  <a:pt x="3074600" y="1436922"/>
                </a:lnTo>
                <a:lnTo>
                  <a:pt x="3062597" y="1440648"/>
                </a:lnTo>
                <a:cubicBezTo>
                  <a:pt x="2912176" y="1504271"/>
                  <a:pt x="2806630" y="1653216"/>
                  <a:pt x="2806630" y="1826813"/>
                </a:cubicBezTo>
                <a:cubicBezTo>
                  <a:pt x="2806630" y="2000411"/>
                  <a:pt x="2912176" y="2149356"/>
                  <a:pt x="3062597" y="2212978"/>
                </a:cubicBezTo>
                <a:lnTo>
                  <a:pt x="3074600" y="2216704"/>
                </a:lnTo>
                <a:lnTo>
                  <a:pt x="3074600" y="3141183"/>
                </a:lnTo>
                <a:cubicBezTo>
                  <a:pt x="3074600" y="3424198"/>
                  <a:pt x="2845171" y="3653627"/>
                  <a:pt x="2562156" y="3653627"/>
                </a:cubicBezTo>
                <a:lnTo>
                  <a:pt x="512444" y="3653627"/>
                </a:lnTo>
                <a:cubicBezTo>
                  <a:pt x="229429" y="3653627"/>
                  <a:pt x="0" y="3424198"/>
                  <a:pt x="0" y="3141183"/>
                </a:cubicBezTo>
                <a:lnTo>
                  <a:pt x="0" y="512444"/>
                </a:lnTo>
                <a:cubicBezTo>
                  <a:pt x="0" y="229429"/>
                  <a:pt x="229429" y="0"/>
                  <a:pt x="512444" y="0"/>
                </a:cubicBezTo>
                <a:close/>
              </a:path>
            </a:pathLst>
          </a:custGeom>
          <a:solidFill>
            <a:srgbClr val="F8F5F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hu-HU" sz="1400" dirty="0"/>
          </a:p>
        </p:txBody>
      </p:sp>
      <p:sp>
        <p:nvSpPr>
          <p:cNvPr id="14" name="TextBox 41">
            <a:extLst>
              <a:ext uri="{FF2B5EF4-FFF2-40B4-BE49-F238E27FC236}">
                <a16:creationId xmlns:a16="http://schemas.microsoft.com/office/drawing/2014/main" id="{EDA1652D-FEA1-CD03-4368-E999C4704013}"/>
              </a:ext>
            </a:extLst>
          </p:cNvPr>
          <p:cNvSpPr txBox="1"/>
          <p:nvPr/>
        </p:nvSpPr>
        <p:spPr bwMode="gray">
          <a:xfrm>
            <a:off x="1156754" y="4112277"/>
            <a:ext cx="2917443" cy="1511596"/>
          </a:xfrm>
          <a:prstGeom prst="rect">
            <a:avLst/>
          </a:prstGeom>
          <a:noFill/>
        </p:spPr>
        <p:txBody>
          <a:bodyPr wrap="square" lIns="192000" tIns="144000" rIns="192000" bIns="144000" rtlCol="0">
            <a:spAutoFit/>
          </a:bodyPr>
          <a:lstStyle/>
          <a:p>
            <a:pPr algn="ctr" defTabSz="1219170"/>
            <a:r>
              <a:rPr lang="hu-HU" sz="2133" dirty="0">
                <a:solidFill>
                  <a:srgbClr val="262626"/>
                </a:solidFill>
                <a:latin typeface="EON Brix Sans Black"/>
              </a:rPr>
              <a:t>Mikrovezérlő</a:t>
            </a:r>
          </a:p>
          <a:p>
            <a:pPr algn="ctr" defTabSz="1219170"/>
            <a:endParaRPr lang="hu-HU" sz="1000" dirty="0"/>
          </a:p>
          <a:p>
            <a:pPr algn="ctr" defTabSz="1219170"/>
            <a:r>
              <a:rPr lang="hu-HU" sz="1600" dirty="0"/>
              <a:t>ESP32-S3 </a:t>
            </a:r>
            <a:r>
              <a:rPr lang="hu-HU" sz="1600" dirty="0" err="1"/>
              <a:t>Zero</a:t>
            </a:r>
            <a:endParaRPr lang="hu-HU" sz="1600" dirty="0"/>
          </a:p>
          <a:p>
            <a:pPr algn="ctr" defTabSz="1219170"/>
            <a:endParaRPr lang="hu-HU" sz="1600" dirty="0"/>
          </a:p>
          <a:p>
            <a:pPr algn="ctr" defTabSz="1219170"/>
            <a:r>
              <a:rPr lang="en-US" sz="1600" dirty="0">
                <a:hlinkClick r:id="rId2"/>
              </a:rPr>
              <a:t>Development Board</a:t>
            </a:r>
            <a:r>
              <a:rPr lang="hu-HU" sz="1600" dirty="0">
                <a:hlinkClick r:id="rId2"/>
              </a:rPr>
              <a:t> </a:t>
            </a:r>
            <a:r>
              <a:rPr lang="en-US" sz="1600" dirty="0">
                <a:hlinkClick r:id="rId2"/>
              </a:rPr>
              <a:t>Specs</a:t>
            </a:r>
            <a:endParaRPr lang="hu-HU" sz="2133" dirty="0">
              <a:solidFill>
                <a:srgbClr val="262626"/>
              </a:solidFill>
              <a:latin typeface="EON Brix Sans Black"/>
            </a:endParaRPr>
          </a:p>
        </p:txBody>
      </p:sp>
      <p:sp>
        <p:nvSpPr>
          <p:cNvPr id="26" name="Ellipszis 25">
            <a:extLst>
              <a:ext uri="{FF2B5EF4-FFF2-40B4-BE49-F238E27FC236}">
                <a16:creationId xmlns:a16="http://schemas.microsoft.com/office/drawing/2014/main" id="{AC7196DF-7C96-BDC5-DC8B-22F3B8F7317D}"/>
              </a:ext>
            </a:extLst>
          </p:cNvPr>
          <p:cNvSpPr/>
          <p:nvPr/>
        </p:nvSpPr>
        <p:spPr>
          <a:xfrm>
            <a:off x="4030587" y="4058915"/>
            <a:ext cx="588813" cy="588813"/>
          </a:xfrm>
          <a:prstGeom prst="ellipse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hu-HU" sz="3600" dirty="0">
              <a:solidFill>
                <a:schemeClr val="tx1"/>
              </a:solidFill>
            </a:endParaRPr>
          </a:p>
        </p:txBody>
      </p:sp>
      <p:sp>
        <p:nvSpPr>
          <p:cNvPr id="32" name="Szabadkézi sokszög: alakzat 31">
            <a:extLst>
              <a:ext uri="{FF2B5EF4-FFF2-40B4-BE49-F238E27FC236}">
                <a16:creationId xmlns:a16="http://schemas.microsoft.com/office/drawing/2014/main" id="{853B9499-F600-7FBD-6869-09CC7C9EB1AB}"/>
              </a:ext>
            </a:extLst>
          </p:cNvPr>
          <p:cNvSpPr/>
          <p:nvPr/>
        </p:nvSpPr>
        <p:spPr>
          <a:xfrm>
            <a:off x="4522965" y="2526509"/>
            <a:ext cx="3074600" cy="3653627"/>
          </a:xfrm>
          <a:custGeom>
            <a:avLst/>
            <a:gdLst>
              <a:gd name="connsiteX0" fmla="*/ 512444 w 3074600"/>
              <a:gd name="connsiteY0" fmla="*/ 0 h 3653627"/>
              <a:gd name="connsiteX1" fmla="*/ 2562156 w 3074600"/>
              <a:gd name="connsiteY1" fmla="*/ 0 h 3653627"/>
              <a:gd name="connsiteX2" fmla="*/ 3074600 w 3074600"/>
              <a:gd name="connsiteY2" fmla="*/ 512444 h 3653627"/>
              <a:gd name="connsiteX3" fmla="*/ 3074600 w 3074600"/>
              <a:gd name="connsiteY3" fmla="*/ 1436922 h 3653627"/>
              <a:gd name="connsiteX4" fmla="*/ 3062597 w 3074600"/>
              <a:gd name="connsiteY4" fmla="*/ 1440648 h 3653627"/>
              <a:gd name="connsiteX5" fmla="*/ 2806630 w 3074600"/>
              <a:gd name="connsiteY5" fmla="*/ 1826813 h 3653627"/>
              <a:gd name="connsiteX6" fmla="*/ 3062597 w 3074600"/>
              <a:gd name="connsiteY6" fmla="*/ 2212978 h 3653627"/>
              <a:gd name="connsiteX7" fmla="*/ 3074600 w 3074600"/>
              <a:gd name="connsiteY7" fmla="*/ 2216704 h 3653627"/>
              <a:gd name="connsiteX8" fmla="*/ 3074600 w 3074600"/>
              <a:gd name="connsiteY8" fmla="*/ 3141183 h 3653627"/>
              <a:gd name="connsiteX9" fmla="*/ 2562156 w 3074600"/>
              <a:gd name="connsiteY9" fmla="*/ 3653627 h 3653627"/>
              <a:gd name="connsiteX10" fmla="*/ 512444 w 3074600"/>
              <a:gd name="connsiteY10" fmla="*/ 3653627 h 3653627"/>
              <a:gd name="connsiteX11" fmla="*/ 0 w 3074600"/>
              <a:gd name="connsiteY11" fmla="*/ 3141183 h 3653627"/>
              <a:gd name="connsiteX12" fmla="*/ 0 w 3074600"/>
              <a:gd name="connsiteY12" fmla="*/ 2213033 h 3653627"/>
              <a:gd name="connsiteX13" fmla="*/ 175 w 3074600"/>
              <a:gd name="connsiteY13" fmla="*/ 2212978 h 3653627"/>
              <a:gd name="connsiteX14" fmla="*/ 256142 w 3074600"/>
              <a:gd name="connsiteY14" fmla="*/ 1826813 h 3653627"/>
              <a:gd name="connsiteX15" fmla="*/ 175 w 3074600"/>
              <a:gd name="connsiteY15" fmla="*/ 1440648 h 3653627"/>
              <a:gd name="connsiteX16" fmla="*/ 0 w 3074600"/>
              <a:gd name="connsiteY16" fmla="*/ 1440594 h 3653627"/>
              <a:gd name="connsiteX17" fmla="*/ 0 w 3074600"/>
              <a:gd name="connsiteY17" fmla="*/ 512444 h 3653627"/>
              <a:gd name="connsiteX18" fmla="*/ 512444 w 3074600"/>
              <a:gd name="connsiteY18" fmla="*/ 0 h 365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074600" h="3653627">
                <a:moveTo>
                  <a:pt x="512444" y="0"/>
                </a:moveTo>
                <a:lnTo>
                  <a:pt x="2562156" y="0"/>
                </a:lnTo>
                <a:cubicBezTo>
                  <a:pt x="2845171" y="0"/>
                  <a:pt x="3074600" y="229429"/>
                  <a:pt x="3074600" y="512444"/>
                </a:cubicBezTo>
                <a:lnTo>
                  <a:pt x="3074600" y="1436922"/>
                </a:lnTo>
                <a:lnTo>
                  <a:pt x="3062597" y="1440648"/>
                </a:lnTo>
                <a:cubicBezTo>
                  <a:pt x="2912176" y="1504271"/>
                  <a:pt x="2806630" y="1653216"/>
                  <a:pt x="2806630" y="1826813"/>
                </a:cubicBezTo>
                <a:cubicBezTo>
                  <a:pt x="2806630" y="2000411"/>
                  <a:pt x="2912176" y="2149356"/>
                  <a:pt x="3062597" y="2212978"/>
                </a:cubicBezTo>
                <a:lnTo>
                  <a:pt x="3074600" y="2216704"/>
                </a:lnTo>
                <a:lnTo>
                  <a:pt x="3074600" y="3141183"/>
                </a:lnTo>
                <a:cubicBezTo>
                  <a:pt x="3074600" y="3424198"/>
                  <a:pt x="2845171" y="3653627"/>
                  <a:pt x="2562156" y="3653627"/>
                </a:cubicBezTo>
                <a:lnTo>
                  <a:pt x="512444" y="3653627"/>
                </a:lnTo>
                <a:cubicBezTo>
                  <a:pt x="229429" y="3653627"/>
                  <a:pt x="0" y="3424198"/>
                  <a:pt x="0" y="3141183"/>
                </a:cubicBezTo>
                <a:lnTo>
                  <a:pt x="0" y="2213033"/>
                </a:lnTo>
                <a:lnTo>
                  <a:pt x="175" y="2212978"/>
                </a:lnTo>
                <a:cubicBezTo>
                  <a:pt x="150596" y="2149356"/>
                  <a:pt x="256142" y="2000411"/>
                  <a:pt x="256142" y="1826813"/>
                </a:cubicBezTo>
                <a:cubicBezTo>
                  <a:pt x="256142" y="1653216"/>
                  <a:pt x="150596" y="1504271"/>
                  <a:pt x="175" y="1440648"/>
                </a:cubicBezTo>
                <a:lnTo>
                  <a:pt x="0" y="1440594"/>
                </a:lnTo>
                <a:lnTo>
                  <a:pt x="0" y="512444"/>
                </a:lnTo>
                <a:cubicBezTo>
                  <a:pt x="0" y="229429"/>
                  <a:pt x="229429" y="0"/>
                  <a:pt x="512444" y="0"/>
                </a:cubicBezTo>
                <a:close/>
              </a:path>
            </a:pathLst>
          </a:custGeom>
          <a:solidFill>
            <a:srgbClr val="F8F5F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hu-HU" sz="1400" dirty="0"/>
          </a:p>
        </p:txBody>
      </p:sp>
      <p:sp>
        <p:nvSpPr>
          <p:cNvPr id="31" name="Szabadkézi sokszög: alakzat 30">
            <a:extLst>
              <a:ext uri="{FF2B5EF4-FFF2-40B4-BE49-F238E27FC236}">
                <a16:creationId xmlns:a16="http://schemas.microsoft.com/office/drawing/2014/main" id="{B8D4AB32-9458-234C-E64B-DEF9B6875BE6}"/>
              </a:ext>
            </a:extLst>
          </p:cNvPr>
          <p:cNvSpPr/>
          <p:nvPr/>
        </p:nvSpPr>
        <p:spPr>
          <a:xfrm>
            <a:off x="7967753" y="2526509"/>
            <a:ext cx="3375341" cy="3653627"/>
          </a:xfrm>
          <a:custGeom>
            <a:avLst/>
            <a:gdLst>
              <a:gd name="connsiteX0" fmla="*/ 512444 w 3074600"/>
              <a:gd name="connsiteY0" fmla="*/ 0 h 3653627"/>
              <a:gd name="connsiteX1" fmla="*/ 2562156 w 3074600"/>
              <a:gd name="connsiteY1" fmla="*/ 0 h 3653627"/>
              <a:gd name="connsiteX2" fmla="*/ 3074600 w 3074600"/>
              <a:gd name="connsiteY2" fmla="*/ 512444 h 3653627"/>
              <a:gd name="connsiteX3" fmla="*/ 3074600 w 3074600"/>
              <a:gd name="connsiteY3" fmla="*/ 3141183 h 3653627"/>
              <a:gd name="connsiteX4" fmla="*/ 2562156 w 3074600"/>
              <a:gd name="connsiteY4" fmla="*/ 3653627 h 3653627"/>
              <a:gd name="connsiteX5" fmla="*/ 512444 w 3074600"/>
              <a:gd name="connsiteY5" fmla="*/ 3653627 h 3653627"/>
              <a:gd name="connsiteX6" fmla="*/ 0 w 3074600"/>
              <a:gd name="connsiteY6" fmla="*/ 3141183 h 3653627"/>
              <a:gd name="connsiteX7" fmla="*/ 0 w 3074600"/>
              <a:gd name="connsiteY7" fmla="*/ 2217004 h 3653627"/>
              <a:gd name="connsiteX8" fmla="*/ 12970 w 3074600"/>
              <a:gd name="connsiteY8" fmla="*/ 2212978 h 3653627"/>
              <a:gd name="connsiteX9" fmla="*/ 268937 w 3074600"/>
              <a:gd name="connsiteY9" fmla="*/ 1826813 h 3653627"/>
              <a:gd name="connsiteX10" fmla="*/ 12970 w 3074600"/>
              <a:gd name="connsiteY10" fmla="*/ 1440648 h 3653627"/>
              <a:gd name="connsiteX11" fmla="*/ 0 w 3074600"/>
              <a:gd name="connsiteY11" fmla="*/ 1436622 h 3653627"/>
              <a:gd name="connsiteX12" fmla="*/ 0 w 3074600"/>
              <a:gd name="connsiteY12" fmla="*/ 512444 h 3653627"/>
              <a:gd name="connsiteX13" fmla="*/ 512444 w 3074600"/>
              <a:gd name="connsiteY13" fmla="*/ 0 h 3653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4600" h="3653627">
                <a:moveTo>
                  <a:pt x="512444" y="0"/>
                </a:moveTo>
                <a:lnTo>
                  <a:pt x="2562156" y="0"/>
                </a:lnTo>
                <a:cubicBezTo>
                  <a:pt x="2845171" y="0"/>
                  <a:pt x="3074600" y="229429"/>
                  <a:pt x="3074600" y="512444"/>
                </a:cubicBezTo>
                <a:lnTo>
                  <a:pt x="3074600" y="3141183"/>
                </a:lnTo>
                <a:cubicBezTo>
                  <a:pt x="3074600" y="3424198"/>
                  <a:pt x="2845171" y="3653627"/>
                  <a:pt x="2562156" y="3653627"/>
                </a:cubicBezTo>
                <a:lnTo>
                  <a:pt x="512444" y="3653627"/>
                </a:lnTo>
                <a:cubicBezTo>
                  <a:pt x="229429" y="3653627"/>
                  <a:pt x="0" y="3424198"/>
                  <a:pt x="0" y="3141183"/>
                </a:cubicBezTo>
                <a:lnTo>
                  <a:pt x="0" y="2217004"/>
                </a:lnTo>
                <a:lnTo>
                  <a:pt x="12970" y="2212978"/>
                </a:lnTo>
                <a:cubicBezTo>
                  <a:pt x="163391" y="2149356"/>
                  <a:pt x="268937" y="2000411"/>
                  <a:pt x="268937" y="1826813"/>
                </a:cubicBezTo>
                <a:cubicBezTo>
                  <a:pt x="268937" y="1653216"/>
                  <a:pt x="163391" y="1504271"/>
                  <a:pt x="12970" y="1440648"/>
                </a:cubicBezTo>
                <a:lnTo>
                  <a:pt x="0" y="1436622"/>
                </a:lnTo>
                <a:lnTo>
                  <a:pt x="0" y="512444"/>
                </a:lnTo>
                <a:cubicBezTo>
                  <a:pt x="0" y="229429"/>
                  <a:pt x="229429" y="0"/>
                  <a:pt x="512444" y="0"/>
                </a:cubicBezTo>
                <a:close/>
              </a:path>
            </a:pathLst>
          </a:custGeom>
          <a:solidFill>
            <a:srgbClr val="F8F5F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hu-HU" sz="1400" dirty="0"/>
          </a:p>
        </p:txBody>
      </p:sp>
      <p:sp>
        <p:nvSpPr>
          <p:cNvPr id="15" name="TextBox 42">
            <a:extLst>
              <a:ext uri="{FF2B5EF4-FFF2-40B4-BE49-F238E27FC236}">
                <a16:creationId xmlns:a16="http://schemas.microsoft.com/office/drawing/2014/main" id="{2B5A882A-12DF-7815-12DE-0D361D2E87AE}"/>
              </a:ext>
            </a:extLst>
          </p:cNvPr>
          <p:cNvSpPr txBox="1"/>
          <p:nvPr/>
        </p:nvSpPr>
        <p:spPr bwMode="gray">
          <a:xfrm>
            <a:off x="4623493" y="4112275"/>
            <a:ext cx="2974072" cy="1511596"/>
          </a:xfrm>
          <a:prstGeom prst="rect">
            <a:avLst/>
          </a:prstGeom>
          <a:noFill/>
        </p:spPr>
        <p:txBody>
          <a:bodyPr wrap="square" lIns="192000" tIns="144000" rIns="192000" bIns="144000" rtlCol="0">
            <a:spAutoFit/>
          </a:bodyPr>
          <a:lstStyle/>
          <a:p>
            <a:pPr algn="ctr" defTabSz="1219170"/>
            <a:r>
              <a:rPr lang="hu-HU" sz="2133" dirty="0">
                <a:solidFill>
                  <a:srgbClr val="262626"/>
                </a:solidFill>
                <a:latin typeface="EON Brix Sans Black"/>
              </a:rPr>
              <a:t>Szoftver</a:t>
            </a:r>
          </a:p>
          <a:p>
            <a:pPr algn="ctr" defTabSz="1219170"/>
            <a:endParaRPr lang="hu-HU" sz="1000" dirty="0">
              <a:solidFill>
                <a:srgbClr val="262626"/>
              </a:solidFill>
              <a:latin typeface="EON Brix Sans Black"/>
            </a:endParaRPr>
          </a:p>
          <a:p>
            <a:pPr marL="285750" indent="-285750" defTabSz="1219170">
              <a:buFont typeface="Arial" panose="020B0604020202020204" pitchFamily="34" charset="0"/>
              <a:buChar char="•"/>
            </a:pPr>
            <a:r>
              <a:rPr lang="hu-HU" sz="1600" dirty="0" err="1"/>
              <a:t>CircuitPython</a:t>
            </a:r>
            <a:r>
              <a:rPr lang="hu-HU" sz="1600" dirty="0"/>
              <a:t> 10.x</a:t>
            </a:r>
          </a:p>
          <a:p>
            <a:pPr marL="285750" indent="-285750" defTabSz="1219170">
              <a:buFont typeface="Arial" panose="020B0604020202020204" pitchFamily="34" charset="0"/>
              <a:buChar char="•"/>
            </a:pPr>
            <a:r>
              <a:rPr lang="hu-HU" sz="1600" dirty="0" err="1"/>
              <a:t>Gemini</a:t>
            </a:r>
            <a:r>
              <a:rPr lang="hu-HU" sz="1600" dirty="0"/>
              <a:t>, GPT5, </a:t>
            </a:r>
            <a:r>
              <a:rPr lang="hu-HU" sz="1600" dirty="0" err="1"/>
              <a:t>Copilot</a:t>
            </a:r>
            <a:endParaRPr lang="hu-HU" sz="1600" dirty="0"/>
          </a:p>
          <a:p>
            <a:pPr marL="285750" indent="-285750" defTabSz="1219170">
              <a:buFont typeface="Arial" panose="020B0604020202020204" pitchFamily="34" charset="0"/>
              <a:buChar char="•"/>
            </a:pPr>
            <a:r>
              <a:rPr lang="hu-HU" sz="1600" dirty="0"/>
              <a:t>GitHub - verziókövetés</a:t>
            </a:r>
            <a:endParaRPr lang="hu-HU" sz="1867" dirty="0">
              <a:solidFill>
                <a:srgbClr val="262626"/>
              </a:solidFill>
              <a:latin typeface="EON Brix Sans"/>
            </a:endParaRPr>
          </a:p>
        </p:txBody>
      </p:sp>
      <p:sp>
        <p:nvSpPr>
          <p:cNvPr id="33" name="Ellipszis 32">
            <a:extLst>
              <a:ext uri="{FF2B5EF4-FFF2-40B4-BE49-F238E27FC236}">
                <a16:creationId xmlns:a16="http://schemas.microsoft.com/office/drawing/2014/main" id="{F4270566-5F91-6AF3-71F0-E935DE410411}"/>
              </a:ext>
            </a:extLst>
          </p:cNvPr>
          <p:cNvSpPr/>
          <p:nvPr/>
        </p:nvSpPr>
        <p:spPr>
          <a:xfrm>
            <a:off x="7501130" y="4062079"/>
            <a:ext cx="588813" cy="588813"/>
          </a:xfrm>
          <a:prstGeom prst="ellipse">
            <a:avLst/>
          </a:prstGeom>
          <a:solidFill>
            <a:srgbClr val="F8F5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no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endParaRPr lang="hu-HU" sz="1400" dirty="0"/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E0C7A2ED-E53E-61EA-1A37-000AE2E8E09C}"/>
              </a:ext>
            </a:extLst>
          </p:cNvPr>
          <p:cNvSpPr txBox="1"/>
          <p:nvPr/>
        </p:nvSpPr>
        <p:spPr>
          <a:xfrm>
            <a:off x="4025754" y="3938443"/>
            <a:ext cx="588813" cy="697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r>
              <a:rPr lang="hu-HU" sz="3600" b="1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A93C6452-55B4-C62A-CC8C-6A5766C929D1}"/>
              </a:ext>
            </a:extLst>
          </p:cNvPr>
          <p:cNvSpPr txBox="1"/>
          <p:nvPr/>
        </p:nvSpPr>
        <p:spPr>
          <a:xfrm>
            <a:off x="7505223" y="3939532"/>
            <a:ext cx="588813" cy="697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40000">
              <a:lnSpc>
                <a:spcPct val="120000"/>
              </a:lnSpc>
              <a:spcAft>
                <a:spcPts val="400"/>
              </a:spcAft>
            </a:pPr>
            <a:r>
              <a:rPr lang="hu-HU" sz="3600" b="1" dirty="0">
                <a:solidFill>
                  <a:schemeClr val="tx1"/>
                </a:solidFill>
              </a:rPr>
              <a:t>=</a:t>
            </a:r>
          </a:p>
        </p:txBody>
      </p:sp>
      <p:pic>
        <p:nvPicPr>
          <p:cNvPr id="19" name="Kép 18" descr="A képen elektronika, áramkör, Elektronikus alkatrész, Áramköri ele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FE31856-E4BD-4A64-0D47-B54A33445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043" y="2953942"/>
            <a:ext cx="1634864" cy="11583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CircuitPython">
            <a:hlinkClick r:id="rId4"/>
            <a:extLst>
              <a:ext uri="{FF2B5EF4-FFF2-40B4-BE49-F238E27FC236}">
                <a16:creationId xmlns:a16="http://schemas.microsoft.com/office/drawing/2014/main" id="{E9FF2B36-A562-B6C6-C17D-CF825713A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786" y="2943067"/>
            <a:ext cx="2208784" cy="971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Kép 26" descr="A képen Elektrontechnika, elektronika, Elektronikus alkatrész, Áramköri ele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B79D3E7-0BF2-888A-3743-2A29FD4EB4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131" y="3349428"/>
            <a:ext cx="2608386" cy="18715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59028518"/>
      </p:ext>
    </p:extLst>
  </p:cSld>
  <p:clrMapOvr>
    <a:masterClrMapping/>
  </p:clrMapOvr>
  <p:transition spd="slow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ENTATION_LANGUAGE" val="10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10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False"/>
  <p:tag name="MIO_EKGUID" val="eb6f9806-6aca-42a5-a15d-21eb542aa4f3"/>
  <p:tag name="MIO_DBID" val="D7590C14-188D-4365-94A4-B777FB29057E"/>
  <p:tag name="MIO_OBJECTNAME" val="# E.ON"/>
  <p:tag name="MIO_NUMBER_OF_VALID_LAYOUTS" val="27"/>
  <p:tag name="MIO_VERSION" val="20.06.2023 11:00:13"/>
  <p:tag name="MIO_LASTDOWNLOADED" val="01.08.2023 07:08:57.546"/>
  <p:tag name="MIO_CDID" val="4d0307e6-a3f9-4dd6-817a-a971db26404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.ON">
  <a:themeElements>
    <a:clrScheme name="E.ON 2024-03-22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EA1B0A"/>
      </a:accent1>
      <a:accent2>
        <a:srgbClr val="9D1207"/>
      </a:accent2>
      <a:accent3>
        <a:srgbClr val="F05B48"/>
      </a:accent3>
      <a:accent4>
        <a:srgbClr val="F6C1B0"/>
      </a:accent4>
      <a:accent5>
        <a:srgbClr val="961482"/>
      </a:accent5>
      <a:accent6>
        <a:srgbClr val="CA6FBA"/>
      </a:accent6>
      <a:hlink>
        <a:srgbClr val="1A1A1A"/>
      </a:hlink>
      <a:folHlink>
        <a:srgbClr val="1A1A1A"/>
      </a:folHlink>
    </a:clrScheme>
    <a:fontScheme name="Benutzerdefiniert 45">
      <a:majorFont>
        <a:latin typeface="EON Brix Sans"/>
        <a:ea typeface=""/>
        <a:cs typeface=""/>
      </a:majorFont>
      <a:minorFont>
        <a:latin typeface="EON Bri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ctr"/>
      <a:lstStyle>
        <a:defPPr algn="ctr" defTabSz="540000">
          <a:lnSpc>
            <a:spcPct val="120000"/>
          </a:lnSpc>
          <a:spcAft>
            <a:spcPts val="400"/>
          </a:spcAft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defTabSz="540000">
          <a:lnSpc>
            <a:spcPct val="120000"/>
          </a:lnSpc>
          <a:spcAft>
            <a:spcPts val="400"/>
          </a:spcAft>
          <a:defRPr dirty="0"/>
        </a:defPPr>
      </a:lstStyle>
    </a:txDef>
  </a:objectDefaults>
  <a:extraClrSchemeLst/>
  <a:custClrLst>
    <a:custClr name="Red 100">
      <a:srgbClr val="F6E5DC"/>
    </a:custClr>
    <a:custClr name="Red 200">
      <a:srgbClr val="F6C1B0"/>
    </a:custClr>
    <a:custClr name="Red 300">
      <a:srgbClr val="F59A86"/>
    </a:custClr>
    <a:custClr name="Red 400">
      <a:srgbClr val="F05B48"/>
    </a:custClr>
    <a:custClr name="Red 500">
      <a:srgbClr val="EA1B0A"/>
    </a:custClr>
    <a:custClr name="Red 600">
      <a:srgbClr val="C41708"/>
    </a:custClr>
    <a:custClr name="Red 700">
      <a:srgbClr val="9D1207"/>
    </a:custClr>
    <a:custClr name="Red 800">
      <a:srgbClr val="750E05"/>
    </a:custClr>
    <a:custClr name="Red 900">
      <a:srgbClr val="4E0903"/>
    </a:custClr>
    <a:custClr>
      <a:srgbClr val="FFFFFF"/>
    </a:custClr>
    <a:custClr name="Purple 100">
      <a:srgbClr val="F0D8EB"/>
    </a:custClr>
    <a:custClr name="Purple 200">
      <a:srgbClr val="DBA6D1"/>
    </a:custClr>
    <a:custClr name="Purple 300">
      <a:srgbClr val="CA6FBA"/>
    </a:custClr>
    <a:custClr name="Purple 400">
      <a:srgbClr val="B0429D"/>
    </a:custClr>
    <a:custClr name="Purple 500">
      <a:srgbClr val="961482"/>
    </a:custClr>
    <a:custClr name="Purple 600">
      <a:srgbClr val="821171"/>
    </a:custClr>
    <a:custClr name="Purple 700">
      <a:srgbClr val="710F62"/>
    </a:custClr>
    <a:custClr name="Purple 800">
      <a:srgbClr val="5F0C52"/>
    </a:custClr>
    <a:custClr name="Purple 900">
      <a:srgbClr val="4D0A42"/>
    </a:custClr>
    <a:custClr>
      <a:srgbClr val="FFFFFF"/>
    </a:custClr>
    <a:custClr name="Grey 100">
      <a:srgbClr val="F8F5F2"/>
    </a:custClr>
    <a:custClr name="Grey 200">
      <a:srgbClr val="F0EBE5"/>
    </a:custClr>
    <a:custClr name="Grey 300">
      <a:srgbClr val="D7D0CC"/>
    </a:custClr>
    <a:custClr name="Grey 400">
      <a:srgbClr val="B3ACA9"/>
    </a:custClr>
    <a:custClr name="Grey 500">
      <a:srgbClr val="958D8B"/>
    </a:custClr>
    <a:custClr name="Grey 600">
      <a:srgbClr val="767676"/>
    </a:custClr>
    <a:custClr name="Grey 700">
      <a:srgbClr val="5C5C5C"/>
    </a:custClr>
    <a:custClr name="Grey 800">
      <a:srgbClr val="404040"/>
    </a:custClr>
    <a:custClr name="Grey 900">
      <a:srgbClr val="262626"/>
    </a:custClr>
    <a:custClr>
      <a:srgbClr val="FFFFFF"/>
    </a:custClr>
    <a:custClr name="Blue 100">
      <a:srgbClr val="CCEBFF"/>
    </a:custClr>
    <a:custClr name="Blue 200">
      <a:srgbClr val="A3DAFF"/>
    </a:custClr>
    <a:custClr name="Blue 300">
      <a:srgbClr val="7ACAFF"/>
    </a:custClr>
    <a:custClr name="Blue 400">
      <a:srgbClr val="52BAFF"/>
    </a:custClr>
    <a:custClr name="Blue 500">
      <a:srgbClr val="27A9FF"/>
    </a:custClr>
    <a:custClr name="Blue 600">
      <a:srgbClr val="0093F5"/>
    </a:custClr>
    <a:custClr name="Blue 700">
      <a:srgbClr val="0075C2"/>
    </a:custClr>
    <a:custClr name="Blue 800">
      <a:srgbClr val="00568F"/>
    </a:custClr>
    <a:custClr name="Blue 900">
      <a:srgbClr val="00375C"/>
    </a:custClr>
    <a:custClr>
      <a:srgbClr val="FFFFFF"/>
    </a:custClr>
  </a:custClrLst>
  <a:extLst>
    <a:ext uri="{05A4C25C-085E-4340-85A3-A5531E510DB2}">
      <thm15:themeFamily xmlns:thm15="http://schemas.microsoft.com/office/thememl/2012/main" name="EON_Presentation.potx" id="{DF8E845A-5D12-4081-9F64-0316D9C40326}" vid="{18658613-AEAC-420B-BBCC-8E65C7B71D73}"/>
    </a:ext>
  </a:extLst>
</a:theme>
</file>

<file path=ppt/theme/theme2.xml><?xml version="1.0" encoding="utf-8"?>
<a:theme xmlns:a="http://schemas.openxmlformats.org/drawingml/2006/main" name="e-on Enjoyment Template">
  <a:themeElements>
    <a:clrScheme name="EON 2022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EA1B0A"/>
      </a:accent1>
      <a:accent2>
        <a:srgbClr val="B00402"/>
      </a:accent2>
      <a:accent3>
        <a:srgbClr val="1EA2B1"/>
      </a:accent3>
      <a:accent4>
        <a:srgbClr val="E3E000"/>
      </a:accent4>
      <a:accent5>
        <a:srgbClr val="76020D"/>
      </a:accent5>
      <a:accent6>
        <a:srgbClr val="7FC7CF"/>
      </a:accent6>
      <a:hlink>
        <a:srgbClr val="0000FF"/>
      </a:hlink>
      <a:folHlink>
        <a:srgbClr val="800080"/>
      </a:folHlink>
    </a:clrScheme>
    <a:fontScheme name="EON Brix Sans">
      <a:majorFont>
        <a:latin typeface="EON Brix Sans Black"/>
        <a:ea typeface=""/>
        <a:cs typeface=""/>
      </a:majorFont>
      <a:minorFont>
        <a:latin typeface="EON Brix San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>
    <a:extraClrScheme>
      <a:clrScheme name="EON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1B0A"/>
        </a:accent1>
        <a:accent2>
          <a:srgbClr val="B00402"/>
        </a:accent2>
        <a:accent3>
          <a:srgbClr val="5CC1CB"/>
        </a:accent3>
        <a:accent4>
          <a:srgbClr val="E3E000"/>
        </a:accent4>
        <a:accent5>
          <a:srgbClr val="C44341"/>
        </a:accent5>
        <a:accent6>
          <a:srgbClr val="85D1D8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>
      <a:srgbClr val="F7E8DA"/>
    </a:custClr>
    <a:custClr>
      <a:srgbClr val="F6C1B0"/>
    </a:custClr>
    <a:custClr>
      <a:srgbClr val="F59A86"/>
    </a:custClr>
    <a:custClr>
      <a:srgbClr val="F05B48"/>
    </a:custClr>
    <a:custClr>
      <a:srgbClr val="EA1B0A"/>
    </a:custClr>
    <a:custClr>
      <a:srgbClr val="E01000"/>
    </a:custClr>
    <a:custClr>
      <a:srgbClr val="C90A01"/>
    </a:custClr>
    <a:custClr>
      <a:srgbClr val="B00402"/>
    </a:custClr>
    <a:custClr>
      <a:srgbClr val="76020D"/>
    </a:custClr>
    <a:custClr>
      <a:srgbClr val="FFFFFF"/>
    </a:custClr>
    <a:custClr>
      <a:srgbClr val="F7F4D9"/>
    </a:custClr>
    <a:custClr>
      <a:srgbClr val="F2EFA3"/>
    </a:custClr>
    <a:custClr>
      <a:srgbClr val="EDEA6C"/>
    </a:custClr>
    <a:custClr>
      <a:srgbClr val="E8E536"/>
    </a:custClr>
    <a:custClr>
      <a:srgbClr val="E3E000"/>
    </a:custClr>
    <a:custClr>
      <a:srgbClr val="9EB22D"/>
    </a:custClr>
    <a:custClr>
      <a:srgbClr val="61822A"/>
    </a:custClr>
    <a:custClr>
      <a:srgbClr val="3D5327"/>
    </a:custClr>
    <a:custClr>
      <a:srgbClr val="1C301E"/>
    </a:custClr>
    <a:custClr>
      <a:srgbClr val="FFFFFF"/>
    </a:custClr>
    <a:custClr>
      <a:srgbClr val="E1EDED"/>
    </a:custClr>
    <a:custClr>
      <a:srgbClr val="B0DADE"/>
    </a:custClr>
    <a:custClr>
      <a:srgbClr val="7FC7CF"/>
    </a:custClr>
    <a:custClr>
      <a:srgbClr val="4FB5C0"/>
    </a:custClr>
    <a:custClr>
      <a:srgbClr val="1EA2B1"/>
    </a:custClr>
    <a:custClr>
      <a:srgbClr val="178A9E"/>
    </a:custClr>
    <a:custClr>
      <a:srgbClr val="0F738A"/>
    </a:custClr>
    <a:custClr>
      <a:srgbClr val="144D61"/>
    </a:custClr>
    <a:custClr>
      <a:srgbClr val="182739"/>
    </a:custClr>
    <a:custClr>
      <a:srgbClr val="FFFFFF"/>
    </a:custClr>
    <a:custClr>
      <a:srgbClr val="FFFFFF"/>
    </a:custClr>
    <a:custClr>
      <a:srgbClr val="FCFBFA"/>
    </a:custClr>
    <a:custClr>
      <a:srgbClr val="F9F6F4"/>
    </a:custClr>
    <a:custClr>
      <a:srgbClr val="E6E3E1"/>
    </a:custClr>
    <a:custClr>
      <a:srgbClr val="CCCBCA"/>
    </a:custClr>
    <a:custClr>
      <a:srgbClr val="999999"/>
    </a:custClr>
    <a:custClr>
      <a:srgbClr val="666666"/>
    </a:custClr>
    <a:custClr>
      <a:srgbClr val="262626"/>
    </a:custClr>
    <a:custClr>
      <a:srgbClr val="000000"/>
    </a:custClr>
    <a:custClr>
      <a:srgbClr val="FFFFFF"/>
    </a:custClr>
    <a:custClr>
      <a:srgbClr val="F8E3D0"/>
    </a:custClr>
    <a:custClr>
      <a:srgbClr val="F1D7BD"/>
    </a:custClr>
    <a:custClr>
      <a:srgbClr val="E9CBA9"/>
    </a:custClr>
    <a:custClr>
      <a:srgbClr val="DEBA95"/>
    </a:custClr>
    <a:custClr>
      <a:srgbClr val="D2A981"/>
    </a:custClr>
    <a:custClr>
      <a:srgbClr val="AF8A66"/>
    </a:custClr>
    <a:custClr>
      <a:srgbClr val="8C6B4C"/>
    </a:custClr>
    <a:custClr>
      <a:srgbClr val="4F3824"/>
    </a:custClr>
    <a:custClr>
      <a:srgbClr val="301E10"/>
    </a:custClr>
    <a:custClr>
      <a:srgbClr val="FFFFFF"/>
    </a:custClr>
  </a:custClrLst>
  <a:extLst>
    <a:ext uri="{05A4C25C-085E-4340-85A3-A5531E510DB2}">
      <thm15:themeFamily xmlns:thm15="http://schemas.microsoft.com/office/thememl/2012/main" name="EON_Presentation.potx" id="{7C42261A-5814-475A-AFFE-2C675987BE37}" vid="{E40C2308-C2F2-4A5C-BF3A-6A6F0716ADD3}"/>
    </a:ext>
  </a:extLst>
</a:theme>
</file>

<file path=ppt/theme/theme3.xml><?xml version="1.0" encoding="utf-8"?>
<a:theme xmlns:a="http://schemas.openxmlformats.org/drawingml/2006/main" name="Office">
  <a:themeElements>
    <a:clrScheme name="E.ON 2024-03-22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EA1B0A"/>
      </a:accent1>
      <a:accent2>
        <a:srgbClr val="9D1207"/>
      </a:accent2>
      <a:accent3>
        <a:srgbClr val="F05B48"/>
      </a:accent3>
      <a:accent4>
        <a:srgbClr val="F6C1B0"/>
      </a:accent4>
      <a:accent5>
        <a:srgbClr val="961482"/>
      </a:accent5>
      <a:accent6>
        <a:srgbClr val="CA6FBA"/>
      </a:accent6>
      <a:hlink>
        <a:srgbClr val="1A1A1A"/>
      </a:hlink>
      <a:folHlink>
        <a:srgbClr val="1A1A1A"/>
      </a:folHlink>
    </a:clrScheme>
    <a:fontScheme name="Benutzerdefiniert 45">
      <a:majorFont>
        <a:latin typeface="EON Brix Sans"/>
        <a:ea typeface=""/>
        <a:cs typeface=""/>
      </a:majorFont>
      <a:minorFont>
        <a:latin typeface="EON Bri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E.ON 2024-03-22">
      <a:dk1>
        <a:srgbClr val="1A1A1A"/>
      </a:dk1>
      <a:lt1>
        <a:srgbClr val="FFFFFF"/>
      </a:lt1>
      <a:dk2>
        <a:srgbClr val="1A1A1A"/>
      </a:dk2>
      <a:lt2>
        <a:srgbClr val="FFFFFF"/>
      </a:lt2>
      <a:accent1>
        <a:srgbClr val="EA1B0A"/>
      </a:accent1>
      <a:accent2>
        <a:srgbClr val="9D1207"/>
      </a:accent2>
      <a:accent3>
        <a:srgbClr val="F05B48"/>
      </a:accent3>
      <a:accent4>
        <a:srgbClr val="F6C1B0"/>
      </a:accent4>
      <a:accent5>
        <a:srgbClr val="961482"/>
      </a:accent5>
      <a:accent6>
        <a:srgbClr val="CA6FBA"/>
      </a:accent6>
      <a:hlink>
        <a:srgbClr val="1A1A1A"/>
      </a:hlink>
      <a:folHlink>
        <a:srgbClr val="1A1A1A"/>
      </a:folHlink>
    </a:clrScheme>
    <a:fontScheme name="Benutzerdefiniert 45">
      <a:majorFont>
        <a:latin typeface="EON Brix Sans"/>
        <a:ea typeface=""/>
        <a:cs typeface=""/>
      </a:majorFont>
      <a:minorFont>
        <a:latin typeface="EON Bri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AABA17FB5E60844B765DD7C6FF7669E" ma:contentTypeVersion="19" ma:contentTypeDescription="Új dokumentum létrehozása." ma:contentTypeScope="" ma:versionID="49bf030605c7eaeef00aa6afab8af9b5">
  <xsd:schema xmlns:xsd="http://www.w3.org/2001/XMLSchema" xmlns:xs="http://www.w3.org/2001/XMLSchema" xmlns:p="http://schemas.microsoft.com/office/2006/metadata/properties" xmlns:ns2="e7e4e2aa-afe9-4316-a349-b4d92745edce" xmlns:ns3="eb9cb70d-f9e8-4cd5-877c-437f54152c89" targetNamespace="http://schemas.microsoft.com/office/2006/metadata/properties" ma:root="true" ma:fieldsID="89a816141c6826cc7bd0cf2ef0a72f56" ns2:_="" ns3:_="">
    <xsd:import namespace="e7e4e2aa-afe9-4316-a349-b4d92745edce"/>
    <xsd:import namespace="eb9cb70d-f9e8-4cd5-877c-437f54152c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4e2aa-afe9-4316-a349-b4d92745ed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Képcímkék" ma:readOnly="false" ma:fieldId="{5cf76f15-5ced-4ddc-b409-7134ff3c332f}" ma:taxonomyMulti="true" ma:sspId="ed2bc115-f314-4df2-a102-4eef0e4978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cb70d-f9e8-4cd5-877c-437f54152c8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9afbc76-2c22-486c-91b2-6c3510b4732a}" ma:internalName="TaxCatchAll" ma:showField="CatchAllData" ma:web="eb9cb70d-f9e8-4cd5-877c-437f54152c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b9cb70d-f9e8-4cd5-877c-437f54152c89">
      <UserInfo>
        <DisplayName>Sebastian Emmel (Peter Schmidt Group)</DisplayName>
        <AccountId>20</AccountId>
        <AccountType/>
      </UserInfo>
      <UserInfo>
        <DisplayName>Fabio Prata (Peter Schmidt Group)</DisplayName>
        <AccountId>28</AccountId>
        <AccountType/>
      </UserInfo>
    </SharedWithUsers>
    <lcf76f155ced4ddcb4097134ff3c332f xmlns="e7e4e2aa-afe9-4316-a349-b4d92745edce">
      <Terms xmlns="http://schemas.microsoft.com/office/infopath/2007/PartnerControls"/>
    </lcf76f155ced4ddcb4097134ff3c332f>
    <TaxCatchAll xmlns="eb9cb70d-f9e8-4cd5-877c-437f54152c89" xsi:nil="true"/>
  </documentManagement>
</p:properties>
</file>

<file path=customXml/itemProps1.xml><?xml version="1.0" encoding="utf-8"?>
<ds:datastoreItem xmlns:ds="http://schemas.openxmlformats.org/officeDocument/2006/customXml" ds:itemID="{B9575DA2-38B3-4D6C-BE45-A5618476C8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D20AEA-CB54-4645-9B6D-A525B63F17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e4e2aa-afe9-4316-a349-b4d92745edce"/>
    <ds:schemaRef ds:uri="eb9cb70d-f9e8-4cd5-877c-437f54152c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BB9F5CF-2DCE-49DD-AA36-81101D395492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e7e4e2aa-afe9-4316-a349-b4d92745edce"/>
    <ds:schemaRef ds:uri="http://schemas.microsoft.com/office/infopath/2007/PartnerControls"/>
    <ds:schemaRef ds:uri="eb9cb70d-f9e8-4cd5-877c-437f54152c89"/>
    <ds:schemaRef ds:uri="http://purl.org/dc/dcmitype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42f063bf-ce3a-473c-8609-3866002c85b0}" enabled="1" method="Standard" siteId="{b914a242-e718-443b-a47c-6b4c649d8c0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EON_Presentation</Template>
  <TotalTime>2820</TotalTime>
  <Words>34</Words>
  <Application>Microsoft Office PowerPoint</Application>
  <PresentationFormat>Szélesvásznú</PresentationFormat>
  <Paragraphs>15</Paragraphs>
  <Slides>1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2</vt:i4>
      </vt:variant>
      <vt:variant>
        <vt:lpstr>Beágyazott OLE kiszolgálók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8" baseType="lpstr">
      <vt:lpstr>EON Office Head</vt:lpstr>
      <vt:lpstr>EON Brix Sans</vt:lpstr>
      <vt:lpstr>Arial</vt:lpstr>
      <vt:lpstr>EON Brix Sans Black</vt:lpstr>
      <vt:lpstr>E.ON</vt:lpstr>
      <vt:lpstr>e-on Enjoyment Template</vt:lpstr>
      <vt:lpstr>think-cell Slide</vt:lpstr>
      <vt:lpstr>A vizsgáló eszköz Felépítés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E.ON PowerPoint</dc:title>
  <dc:creator>Horváth-Tiboldi, Tünde</dc:creator>
  <dc:description/>
  <cp:lastModifiedBy>Veres, György László</cp:lastModifiedBy>
  <cp:revision>92</cp:revision>
  <dcterms:created xsi:type="dcterms:W3CDTF">2024-04-08T16:11:10Z</dcterms:created>
  <dcterms:modified xsi:type="dcterms:W3CDTF">2026-02-01T04:58:51Z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0x010100CAABA17FB5E60844B765DD7C6FF7669E</vt:lpwstr>
  </property>
  <property fmtid="{D5CDD505-2E9C-101B-9397-08002B2CF9AE}" pid="3" name="MediaServiceImageTags">
    <vt:lpwstr/>
  </property>
</Properties>
</file>